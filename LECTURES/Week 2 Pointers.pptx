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8"/>
  </p:notesMasterIdLst>
  <p:sldIdLst>
    <p:sldId id="256" r:id="rId2"/>
    <p:sldId id="257" r:id="rId3"/>
    <p:sldId id="258" r:id="rId4"/>
    <p:sldId id="259" r:id="rId5"/>
    <p:sldId id="260" r:id="rId6"/>
    <p:sldId id="261" r:id="rId7"/>
    <p:sldId id="265" r:id="rId8"/>
    <p:sldId id="267" r:id="rId9"/>
    <p:sldId id="266" r:id="rId10"/>
    <p:sldId id="268" r:id="rId11"/>
    <p:sldId id="269" r:id="rId12"/>
    <p:sldId id="270" r:id="rId13"/>
    <p:sldId id="271" r:id="rId14"/>
    <p:sldId id="273" r:id="rId15"/>
    <p:sldId id="274" r:id="rId16"/>
    <p:sldId id="276" r:id="rId17"/>
    <p:sldId id="275" r:id="rId18"/>
    <p:sldId id="277" r:id="rId19"/>
    <p:sldId id="278" r:id="rId20"/>
    <p:sldId id="279" r:id="rId21"/>
    <p:sldId id="280" r:id="rId22"/>
    <p:sldId id="281" r:id="rId23"/>
    <p:sldId id="282" r:id="rId24"/>
    <p:sldId id="283" r:id="rId25"/>
    <p:sldId id="286" r:id="rId26"/>
    <p:sldId id="284"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71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C22518-FD67-4381-8080-589DB5A1F72F}" type="datetimeFigureOut">
              <a:rPr lang="en-US" smtClean="0"/>
              <a:t>8/31/2023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2F8C7B-E69C-4C70-BE70-C28322D65012}" type="slidenum">
              <a:rPr lang="en-US" smtClean="0"/>
              <a:t>‹#›</a:t>
            </a:fld>
            <a:endParaRPr lang="en-US"/>
          </a:p>
        </p:txBody>
      </p:sp>
    </p:spTree>
    <p:extLst>
      <p:ext uri="{BB962C8B-B14F-4D97-AF65-F5344CB8AC3E}">
        <p14:creationId xmlns:p14="http://schemas.microsoft.com/office/powerpoint/2010/main" val="1600704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72F8C7B-E69C-4C70-BE70-C28322D65012}" type="slidenum">
              <a:rPr lang="en-US" smtClean="0"/>
              <a:t>1</a:t>
            </a:fld>
            <a:endParaRPr lang="en-US"/>
          </a:p>
        </p:txBody>
      </p:sp>
    </p:spTree>
    <p:extLst>
      <p:ext uri="{BB962C8B-B14F-4D97-AF65-F5344CB8AC3E}">
        <p14:creationId xmlns:p14="http://schemas.microsoft.com/office/powerpoint/2010/main" val="15698287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72F8C7B-E69C-4C70-BE70-C28322D65012}" type="slidenum">
              <a:rPr lang="en-US" smtClean="0"/>
              <a:t>2</a:t>
            </a:fld>
            <a:endParaRPr lang="en-US"/>
          </a:p>
        </p:txBody>
      </p:sp>
    </p:spTree>
    <p:extLst>
      <p:ext uri="{BB962C8B-B14F-4D97-AF65-F5344CB8AC3E}">
        <p14:creationId xmlns:p14="http://schemas.microsoft.com/office/powerpoint/2010/main" val="30478877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https://ece.uwaterloo.ca/~dwharder/aads/Tutorial/1t/</a:t>
            </a:r>
            <a:endParaRPr lang="en-US" dirty="0"/>
          </a:p>
        </p:txBody>
      </p:sp>
      <p:sp>
        <p:nvSpPr>
          <p:cNvPr id="4" name="Slide Number Placeholder 3"/>
          <p:cNvSpPr>
            <a:spLocks noGrp="1"/>
          </p:cNvSpPr>
          <p:nvPr>
            <p:ph type="sldNum" sz="quarter" idx="10"/>
          </p:nvPr>
        </p:nvSpPr>
        <p:spPr/>
        <p:txBody>
          <a:bodyPr/>
          <a:lstStyle/>
          <a:p>
            <a:fld id="{472F8C7B-E69C-4C70-BE70-C28322D65012}" type="slidenum">
              <a:rPr lang="en-US" smtClean="0"/>
              <a:t>26</a:t>
            </a:fld>
            <a:endParaRPr lang="en-US"/>
          </a:p>
        </p:txBody>
      </p:sp>
    </p:spTree>
    <p:extLst>
      <p:ext uri="{BB962C8B-B14F-4D97-AF65-F5344CB8AC3E}">
        <p14:creationId xmlns:p14="http://schemas.microsoft.com/office/powerpoint/2010/main" val="16121888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EE16A145-5B37-4B8C-92D4-A684F98D2D49}" type="datetime1">
              <a:rPr lang="en-US" smtClean="0"/>
              <a:t>8/31/2023</a:t>
            </a:fld>
            <a:endParaRPr lang="en-US"/>
          </a:p>
        </p:txBody>
      </p:sp>
      <p:sp>
        <p:nvSpPr>
          <p:cNvPr id="5" name="Footer Placeholder 4"/>
          <p:cNvSpPr>
            <a:spLocks noGrp="1"/>
          </p:cNvSpPr>
          <p:nvPr>
            <p:ph type="ftr" sz="quarter" idx="11"/>
          </p:nvPr>
        </p:nvSpPr>
        <p:spPr/>
        <p:txBody>
          <a:bodyPr/>
          <a:lstStyle/>
          <a:p>
            <a:r>
              <a:rPr lang="en-US" smtClean="0"/>
              <a:t>Ms Anosha Khan</a:t>
            </a:r>
            <a:endParaRPr lang="en-US"/>
          </a:p>
        </p:txBody>
      </p:sp>
      <p:sp>
        <p:nvSpPr>
          <p:cNvPr id="6" name="Slide Number Placeholder 5"/>
          <p:cNvSpPr>
            <a:spLocks noGrp="1"/>
          </p:cNvSpPr>
          <p:nvPr>
            <p:ph type="sldNum" sz="quarter" idx="12"/>
          </p:nvPr>
        </p:nvSpPr>
        <p:spPr/>
        <p:txBody>
          <a:bodyPr/>
          <a:lstStyle/>
          <a:p>
            <a:fld id="{BDCF7F6F-AAF4-4081-9FBA-A16679D15015}"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76848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ECFD300-0530-41C9-B47D-6169F83D7771}" type="datetime1">
              <a:rPr lang="en-US" smtClean="0"/>
              <a:t>8/31/2023</a:t>
            </a:fld>
            <a:endParaRPr lang="en-US"/>
          </a:p>
        </p:txBody>
      </p:sp>
      <p:sp>
        <p:nvSpPr>
          <p:cNvPr id="5" name="Footer Placeholder 4"/>
          <p:cNvSpPr>
            <a:spLocks noGrp="1"/>
          </p:cNvSpPr>
          <p:nvPr>
            <p:ph type="ftr" sz="quarter" idx="11"/>
          </p:nvPr>
        </p:nvSpPr>
        <p:spPr/>
        <p:txBody>
          <a:bodyPr/>
          <a:lstStyle/>
          <a:p>
            <a:r>
              <a:rPr lang="en-US" smtClean="0"/>
              <a:t>Ms Anosha Khan</a:t>
            </a:r>
            <a:endParaRPr lang="en-US"/>
          </a:p>
        </p:txBody>
      </p:sp>
      <p:sp>
        <p:nvSpPr>
          <p:cNvPr id="6" name="Slide Number Placeholder 5"/>
          <p:cNvSpPr>
            <a:spLocks noGrp="1"/>
          </p:cNvSpPr>
          <p:nvPr>
            <p:ph type="sldNum" sz="quarter" idx="12"/>
          </p:nvPr>
        </p:nvSpPr>
        <p:spPr/>
        <p:txBody>
          <a:bodyPr/>
          <a:lstStyle/>
          <a:p>
            <a:fld id="{BDCF7F6F-AAF4-4081-9FBA-A16679D15015}" type="slidenum">
              <a:rPr lang="en-US" smtClean="0"/>
              <a:t>‹#›</a:t>
            </a:fld>
            <a:endParaRPr lang="en-US"/>
          </a:p>
        </p:txBody>
      </p:sp>
    </p:spTree>
    <p:extLst>
      <p:ext uri="{BB962C8B-B14F-4D97-AF65-F5344CB8AC3E}">
        <p14:creationId xmlns:p14="http://schemas.microsoft.com/office/powerpoint/2010/main" val="9100040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DA092B6-F21F-46CB-9B50-A10CB1345E31}" type="datetime1">
              <a:rPr lang="en-US" smtClean="0"/>
              <a:t>8/31/2023</a:t>
            </a:fld>
            <a:endParaRPr lang="en-US"/>
          </a:p>
        </p:txBody>
      </p:sp>
      <p:sp>
        <p:nvSpPr>
          <p:cNvPr id="5" name="Footer Placeholder 4"/>
          <p:cNvSpPr>
            <a:spLocks noGrp="1"/>
          </p:cNvSpPr>
          <p:nvPr>
            <p:ph type="ftr" sz="quarter" idx="11"/>
          </p:nvPr>
        </p:nvSpPr>
        <p:spPr/>
        <p:txBody>
          <a:bodyPr/>
          <a:lstStyle/>
          <a:p>
            <a:r>
              <a:rPr lang="en-US" smtClean="0"/>
              <a:t>Ms Anosha Khan</a:t>
            </a:r>
            <a:endParaRPr lang="en-US"/>
          </a:p>
        </p:txBody>
      </p:sp>
      <p:sp>
        <p:nvSpPr>
          <p:cNvPr id="6" name="Slide Number Placeholder 5"/>
          <p:cNvSpPr>
            <a:spLocks noGrp="1"/>
          </p:cNvSpPr>
          <p:nvPr>
            <p:ph type="sldNum" sz="quarter" idx="12"/>
          </p:nvPr>
        </p:nvSpPr>
        <p:spPr/>
        <p:txBody>
          <a:bodyPr/>
          <a:lstStyle/>
          <a:p>
            <a:fld id="{BDCF7F6F-AAF4-4081-9FBA-A16679D15015}"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23741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8032477-DBD8-40D3-96EC-7AB5534365CF}" type="datetime1">
              <a:rPr lang="en-US" smtClean="0"/>
              <a:t>8/31/2023</a:t>
            </a:fld>
            <a:endParaRPr lang="en-US"/>
          </a:p>
        </p:txBody>
      </p:sp>
      <p:sp>
        <p:nvSpPr>
          <p:cNvPr id="6" name="Footer Placeholder 5"/>
          <p:cNvSpPr>
            <a:spLocks noGrp="1"/>
          </p:cNvSpPr>
          <p:nvPr>
            <p:ph type="ftr" sz="quarter" idx="11"/>
          </p:nvPr>
        </p:nvSpPr>
        <p:spPr/>
        <p:txBody>
          <a:bodyPr/>
          <a:lstStyle/>
          <a:p>
            <a:r>
              <a:rPr lang="en-US" smtClean="0"/>
              <a:t>Ms Anosha Khan</a:t>
            </a:r>
            <a:endParaRPr lang="en-US"/>
          </a:p>
        </p:txBody>
      </p:sp>
      <p:sp>
        <p:nvSpPr>
          <p:cNvPr id="7" name="Slide Number Placeholder 6"/>
          <p:cNvSpPr>
            <a:spLocks noGrp="1"/>
          </p:cNvSpPr>
          <p:nvPr>
            <p:ph type="sldNum" sz="quarter" idx="12"/>
          </p:nvPr>
        </p:nvSpPr>
        <p:spPr/>
        <p:txBody>
          <a:bodyPr/>
          <a:lstStyle/>
          <a:p>
            <a:fld id="{BDCF7F6F-AAF4-4081-9FBA-A16679D15015}" type="slidenum">
              <a:rPr lang="en-US" smtClean="0"/>
              <a:t>‹#›</a:t>
            </a:fld>
            <a:endParaRPr lang="en-US"/>
          </a:p>
        </p:txBody>
      </p:sp>
    </p:spTree>
    <p:extLst>
      <p:ext uri="{BB962C8B-B14F-4D97-AF65-F5344CB8AC3E}">
        <p14:creationId xmlns:p14="http://schemas.microsoft.com/office/powerpoint/2010/main" val="39428028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6D379C56-B756-4DA2-8D2B-BB9EC01BBFED}" type="datetime1">
              <a:rPr lang="en-US" smtClean="0"/>
              <a:t>8/31/2023</a:t>
            </a:fld>
            <a:endParaRPr lang="en-US"/>
          </a:p>
        </p:txBody>
      </p:sp>
      <p:sp>
        <p:nvSpPr>
          <p:cNvPr id="8" name="Footer Placeholder 7"/>
          <p:cNvSpPr>
            <a:spLocks noGrp="1"/>
          </p:cNvSpPr>
          <p:nvPr>
            <p:ph type="ftr" sz="quarter" idx="11"/>
          </p:nvPr>
        </p:nvSpPr>
        <p:spPr/>
        <p:txBody>
          <a:bodyPr/>
          <a:lstStyle/>
          <a:p>
            <a:r>
              <a:rPr lang="en-US" smtClean="0"/>
              <a:t>Ms Anosha Khan</a:t>
            </a:r>
            <a:endParaRPr lang="en-US"/>
          </a:p>
        </p:txBody>
      </p:sp>
      <p:sp>
        <p:nvSpPr>
          <p:cNvPr id="9" name="Slide Number Placeholder 8"/>
          <p:cNvSpPr>
            <a:spLocks noGrp="1"/>
          </p:cNvSpPr>
          <p:nvPr>
            <p:ph type="sldNum" sz="quarter" idx="12"/>
          </p:nvPr>
        </p:nvSpPr>
        <p:spPr/>
        <p:txBody>
          <a:bodyPr/>
          <a:lstStyle/>
          <a:p>
            <a:fld id="{BDCF7F6F-AAF4-4081-9FBA-A16679D15015}" type="slidenum">
              <a:rPr lang="en-US" smtClean="0"/>
              <a:t>‹#›</a:t>
            </a:fld>
            <a:endParaRPr lang="en-US"/>
          </a:p>
        </p:txBody>
      </p:sp>
    </p:spTree>
    <p:extLst>
      <p:ext uri="{BB962C8B-B14F-4D97-AF65-F5344CB8AC3E}">
        <p14:creationId xmlns:p14="http://schemas.microsoft.com/office/powerpoint/2010/main" val="12279655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09911F8-4898-482E-88EA-9414E3FD5027}" type="datetime1">
              <a:rPr lang="en-US" smtClean="0"/>
              <a:t>8/31/2023</a:t>
            </a:fld>
            <a:endParaRPr lang="en-US"/>
          </a:p>
        </p:txBody>
      </p:sp>
      <p:sp>
        <p:nvSpPr>
          <p:cNvPr id="4" name="Footer Placeholder 3"/>
          <p:cNvSpPr>
            <a:spLocks noGrp="1"/>
          </p:cNvSpPr>
          <p:nvPr>
            <p:ph type="ftr" sz="quarter" idx="11"/>
          </p:nvPr>
        </p:nvSpPr>
        <p:spPr/>
        <p:txBody>
          <a:bodyPr/>
          <a:lstStyle/>
          <a:p>
            <a:r>
              <a:rPr lang="en-US" smtClean="0"/>
              <a:t>Ms Anosha Khan</a:t>
            </a:r>
            <a:endParaRPr lang="en-US"/>
          </a:p>
        </p:txBody>
      </p:sp>
      <p:sp>
        <p:nvSpPr>
          <p:cNvPr id="5" name="Slide Number Placeholder 4"/>
          <p:cNvSpPr>
            <a:spLocks noGrp="1"/>
          </p:cNvSpPr>
          <p:nvPr>
            <p:ph type="sldNum" sz="quarter" idx="12"/>
          </p:nvPr>
        </p:nvSpPr>
        <p:spPr/>
        <p:txBody>
          <a:bodyPr/>
          <a:lstStyle/>
          <a:p>
            <a:fld id="{BDCF7F6F-AAF4-4081-9FBA-A16679D15015}" type="slidenum">
              <a:rPr lang="en-US" smtClean="0"/>
              <a:t>‹#›</a:t>
            </a:fld>
            <a:endParaRPr lang="en-US"/>
          </a:p>
        </p:txBody>
      </p:sp>
    </p:spTree>
    <p:extLst>
      <p:ext uri="{BB962C8B-B14F-4D97-AF65-F5344CB8AC3E}">
        <p14:creationId xmlns:p14="http://schemas.microsoft.com/office/powerpoint/2010/main" val="30085118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D47765C-52AC-45F1-BF4D-02F884518331}" type="datetime1">
              <a:rPr lang="en-US" smtClean="0"/>
              <a:t>8/31/2023</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smtClean="0"/>
              <a:t>Ms Anosha Khan</a:t>
            </a:r>
            <a:endParaRPr lang="en-US"/>
          </a:p>
        </p:txBody>
      </p:sp>
      <p:sp>
        <p:nvSpPr>
          <p:cNvPr id="9" name="Slide Number Placeholder 8"/>
          <p:cNvSpPr>
            <a:spLocks noGrp="1"/>
          </p:cNvSpPr>
          <p:nvPr>
            <p:ph type="sldNum" sz="quarter" idx="12"/>
          </p:nvPr>
        </p:nvSpPr>
        <p:spPr/>
        <p:txBody>
          <a:bodyPr/>
          <a:lstStyle/>
          <a:p>
            <a:fld id="{BDCF7F6F-AAF4-4081-9FBA-A16679D15015}" type="slidenum">
              <a:rPr lang="en-US" smtClean="0"/>
              <a:t>‹#›</a:t>
            </a:fld>
            <a:endParaRPr lang="en-US"/>
          </a:p>
        </p:txBody>
      </p:sp>
    </p:spTree>
    <p:extLst>
      <p:ext uri="{BB962C8B-B14F-4D97-AF65-F5344CB8AC3E}">
        <p14:creationId xmlns:p14="http://schemas.microsoft.com/office/powerpoint/2010/main" val="35987572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4A790218-441E-476C-93E4-C1E4EB247DBB}" type="datetime1">
              <a:rPr lang="en-US" smtClean="0"/>
              <a:t>8/31/2023</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smtClean="0"/>
              <a:t>Ms Anosha Khan</a:t>
            </a:r>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DCF7F6F-AAF4-4081-9FBA-A16679D15015}" type="slidenum">
              <a:rPr lang="en-US" smtClean="0"/>
              <a:t>‹#›</a:t>
            </a:fld>
            <a:endParaRPr lang="en-US"/>
          </a:p>
        </p:txBody>
      </p:sp>
    </p:spTree>
    <p:extLst>
      <p:ext uri="{BB962C8B-B14F-4D97-AF65-F5344CB8AC3E}">
        <p14:creationId xmlns:p14="http://schemas.microsoft.com/office/powerpoint/2010/main" val="41624099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8E92F24-F9E7-4E39-B6AE-61EE87F9FA8F}" type="datetime1">
              <a:rPr lang="en-US" smtClean="0"/>
              <a:t>8/31/2023</a:t>
            </a:fld>
            <a:endParaRPr lang="en-US"/>
          </a:p>
        </p:txBody>
      </p:sp>
      <p:sp>
        <p:nvSpPr>
          <p:cNvPr id="6" name="Footer Placeholder 5"/>
          <p:cNvSpPr>
            <a:spLocks noGrp="1"/>
          </p:cNvSpPr>
          <p:nvPr>
            <p:ph type="ftr" sz="quarter" idx="11"/>
          </p:nvPr>
        </p:nvSpPr>
        <p:spPr/>
        <p:txBody>
          <a:bodyPr/>
          <a:lstStyle/>
          <a:p>
            <a:r>
              <a:rPr lang="en-US" smtClean="0"/>
              <a:t>Ms Anosha Khan</a:t>
            </a:r>
            <a:endParaRPr lang="en-US"/>
          </a:p>
        </p:txBody>
      </p:sp>
      <p:sp>
        <p:nvSpPr>
          <p:cNvPr id="7" name="Slide Number Placeholder 6"/>
          <p:cNvSpPr>
            <a:spLocks noGrp="1"/>
          </p:cNvSpPr>
          <p:nvPr>
            <p:ph type="sldNum" sz="quarter" idx="12"/>
          </p:nvPr>
        </p:nvSpPr>
        <p:spPr/>
        <p:txBody>
          <a:bodyPr/>
          <a:lstStyle/>
          <a:p>
            <a:fld id="{BDCF7F6F-AAF4-4081-9FBA-A16679D15015}" type="slidenum">
              <a:rPr lang="en-US" smtClean="0"/>
              <a:t>‹#›</a:t>
            </a:fld>
            <a:endParaRPr lang="en-US"/>
          </a:p>
        </p:txBody>
      </p:sp>
    </p:spTree>
    <p:extLst>
      <p:ext uri="{BB962C8B-B14F-4D97-AF65-F5344CB8AC3E}">
        <p14:creationId xmlns:p14="http://schemas.microsoft.com/office/powerpoint/2010/main" val="3894268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A2D7835-CFEE-4EE5-9386-455D266358F5}" type="datetime1">
              <a:rPr lang="en-US" smtClean="0"/>
              <a:t>8/31/2023</a:t>
            </a:fld>
            <a:endParaRPr lang="en-US"/>
          </a:p>
        </p:txBody>
      </p:sp>
      <p:sp>
        <p:nvSpPr>
          <p:cNvPr id="5" name="Footer Placeholder 4"/>
          <p:cNvSpPr>
            <a:spLocks noGrp="1"/>
          </p:cNvSpPr>
          <p:nvPr>
            <p:ph type="ftr" sz="quarter" idx="11"/>
          </p:nvPr>
        </p:nvSpPr>
        <p:spPr/>
        <p:txBody>
          <a:bodyPr/>
          <a:lstStyle/>
          <a:p>
            <a:r>
              <a:rPr lang="en-US" smtClean="0"/>
              <a:t>Ms Anosha Khan</a:t>
            </a:r>
            <a:endParaRPr lang="en-US"/>
          </a:p>
        </p:txBody>
      </p:sp>
      <p:sp>
        <p:nvSpPr>
          <p:cNvPr id="6" name="Slide Number Placeholder 5"/>
          <p:cNvSpPr>
            <a:spLocks noGrp="1"/>
          </p:cNvSpPr>
          <p:nvPr>
            <p:ph type="sldNum" sz="quarter" idx="12"/>
          </p:nvPr>
        </p:nvSpPr>
        <p:spPr/>
        <p:txBody>
          <a:bodyPr/>
          <a:lstStyle/>
          <a:p>
            <a:fld id="{BDCF7F6F-AAF4-4081-9FBA-A16679D15015}" type="slidenum">
              <a:rPr lang="en-US" smtClean="0"/>
              <a:t>‹#›</a:t>
            </a:fld>
            <a:endParaRPr lang="en-US"/>
          </a:p>
        </p:txBody>
      </p:sp>
    </p:spTree>
    <p:extLst>
      <p:ext uri="{BB962C8B-B14F-4D97-AF65-F5344CB8AC3E}">
        <p14:creationId xmlns:p14="http://schemas.microsoft.com/office/powerpoint/2010/main" val="8800413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71D4783-59CA-44FB-9105-AABB1FD62105}" type="datetime1">
              <a:rPr lang="en-US" smtClean="0"/>
              <a:t>8/31/2023</a:t>
            </a:fld>
            <a:endParaRPr lang="en-US"/>
          </a:p>
        </p:txBody>
      </p:sp>
      <p:sp>
        <p:nvSpPr>
          <p:cNvPr id="5" name="Footer Placeholder 4"/>
          <p:cNvSpPr>
            <a:spLocks noGrp="1"/>
          </p:cNvSpPr>
          <p:nvPr>
            <p:ph type="ftr" sz="quarter" idx="11"/>
          </p:nvPr>
        </p:nvSpPr>
        <p:spPr/>
        <p:txBody>
          <a:bodyPr/>
          <a:lstStyle/>
          <a:p>
            <a:r>
              <a:rPr lang="en-US" smtClean="0"/>
              <a:t>Ms Anosha Khan</a:t>
            </a:r>
            <a:endParaRPr lang="en-US"/>
          </a:p>
        </p:txBody>
      </p:sp>
      <p:sp>
        <p:nvSpPr>
          <p:cNvPr id="6" name="Slide Number Placeholder 5"/>
          <p:cNvSpPr>
            <a:spLocks noGrp="1"/>
          </p:cNvSpPr>
          <p:nvPr>
            <p:ph type="sldNum" sz="quarter" idx="12"/>
          </p:nvPr>
        </p:nvSpPr>
        <p:spPr/>
        <p:txBody>
          <a:bodyPr/>
          <a:lstStyle/>
          <a:p>
            <a:fld id="{BDCF7F6F-AAF4-4081-9FBA-A16679D15015}" type="slidenum">
              <a:rPr lang="en-US" smtClean="0"/>
              <a:t>‹#›</a:t>
            </a:fld>
            <a:endParaRPr lang="en-US"/>
          </a:p>
        </p:txBody>
      </p:sp>
    </p:spTree>
    <p:extLst>
      <p:ext uri="{BB962C8B-B14F-4D97-AF65-F5344CB8AC3E}">
        <p14:creationId xmlns:p14="http://schemas.microsoft.com/office/powerpoint/2010/main" val="32191223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062CB416-A2A0-47A7-A4DD-BE07A704D7DF}" type="datetime1">
              <a:rPr lang="en-US" smtClean="0"/>
              <a:t>8/31/2023</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smtClean="0"/>
              <a:t>Ms Anosha Khan</a:t>
            </a:r>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DCF7F6F-AAF4-4081-9FBA-A16679D15015}"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11280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Pointers </a:t>
            </a:r>
            <a:endParaRPr lang="en-US" dirty="0"/>
          </a:p>
        </p:txBody>
      </p:sp>
      <p:sp>
        <p:nvSpPr>
          <p:cNvPr id="3" name="Subtitle 2"/>
          <p:cNvSpPr>
            <a:spLocks noGrp="1"/>
          </p:cNvSpPr>
          <p:nvPr>
            <p:ph type="subTitle" idx="1"/>
          </p:nvPr>
        </p:nvSpPr>
        <p:spPr/>
        <p:txBody>
          <a:bodyPr/>
          <a:lstStyle/>
          <a:p>
            <a:r>
              <a:rPr lang="en-US" dirty="0" smtClean="0"/>
              <a:t>Part 2</a:t>
            </a:r>
            <a:endParaRPr lang="en-US" dirty="0"/>
          </a:p>
        </p:txBody>
      </p:sp>
      <p:sp>
        <p:nvSpPr>
          <p:cNvPr id="4" name="Date Placeholder 3"/>
          <p:cNvSpPr>
            <a:spLocks noGrp="1"/>
          </p:cNvSpPr>
          <p:nvPr>
            <p:ph type="dt" sz="half" idx="10"/>
          </p:nvPr>
        </p:nvSpPr>
        <p:spPr/>
        <p:txBody>
          <a:bodyPr/>
          <a:lstStyle/>
          <a:p>
            <a:fld id="{0AAE49F9-1B05-49CA-868A-6378515C099E}" type="datetime1">
              <a:rPr lang="en-US" smtClean="0"/>
              <a:t>8/31/2023</a:t>
            </a:fld>
            <a:endParaRPr lang="en-US"/>
          </a:p>
        </p:txBody>
      </p:sp>
      <p:sp>
        <p:nvSpPr>
          <p:cNvPr id="5" name="Footer Placeholder 4"/>
          <p:cNvSpPr>
            <a:spLocks noGrp="1"/>
          </p:cNvSpPr>
          <p:nvPr>
            <p:ph type="ftr" sz="quarter" idx="11"/>
          </p:nvPr>
        </p:nvSpPr>
        <p:spPr/>
        <p:txBody>
          <a:bodyPr/>
          <a:lstStyle/>
          <a:p>
            <a:r>
              <a:rPr lang="en-US" smtClean="0"/>
              <a:t>Ms Anosha Khan</a:t>
            </a:r>
            <a:endParaRPr lang="en-US"/>
          </a:p>
        </p:txBody>
      </p:sp>
      <p:sp>
        <p:nvSpPr>
          <p:cNvPr id="6" name="Slide Number Placeholder 5"/>
          <p:cNvSpPr>
            <a:spLocks noGrp="1"/>
          </p:cNvSpPr>
          <p:nvPr>
            <p:ph type="sldNum" sz="quarter" idx="12"/>
          </p:nvPr>
        </p:nvSpPr>
        <p:spPr/>
        <p:txBody>
          <a:bodyPr/>
          <a:lstStyle/>
          <a:p>
            <a:fld id="{BDCF7F6F-AAF4-4081-9FBA-A16679D15015}" type="slidenum">
              <a:rPr lang="en-US" smtClean="0"/>
              <a:t>1</a:t>
            </a:fld>
            <a:endParaRPr lang="en-US"/>
          </a:p>
        </p:txBody>
      </p:sp>
    </p:spTree>
    <p:extLst>
      <p:ext uri="{BB962C8B-B14F-4D97-AF65-F5344CB8AC3E}">
        <p14:creationId xmlns:p14="http://schemas.microsoft.com/office/powerpoint/2010/main" val="2163108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Pointers and Functions</a:t>
            </a:r>
            <a:endParaRPr lang="en-US" dirty="0"/>
          </a:p>
        </p:txBody>
      </p:sp>
      <p:sp>
        <p:nvSpPr>
          <p:cNvPr id="3" name="Content Placeholder 2"/>
          <p:cNvSpPr>
            <a:spLocks noGrp="1"/>
          </p:cNvSpPr>
          <p:nvPr>
            <p:ph idx="1"/>
          </p:nvPr>
        </p:nvSpPr>
        <p:spPr/>
        <p:txBody>
          <a:bodyPr/>
          <a:lstStyle/>
          <a:p>
            <a:r>
              <a:rPr lang="en-US" dirty="0"/>
              <a:t>A pointer variable can be passed as a parameter to a function either by value or by reference. To declare a pointer as a value parameter in a function heading, you use the same mechanism as you use to declare a variable. To make a formal parameter be a reference parameter, you use &amp; when you declare the formal parameter in the function heading. Therefore, to declare a formal parameter as a reference pointer parameter, between the data type name and the identifier name, you must include * to make the identifier a pointer and &amp; to make it a reference parameter. The obvious question is: In what order should &amp; and * appear between the data type name and the identifier to declare a pointer as a reference parameter? In C++, to make a pointer a reference parameter in a function heading, * appears before the &amp; between the data type name and the identifier.</a:t>
            </a:r>
          </a:p>
        </p:txBody>
      </p:sp>
      <p:sp>
        <p:nvSpPr>
          <p:cNvPr id="4" name="Date Placeholder 3"/>
          <p:cNvSpPr>
            <a:spLocks noGrp="1"/>
          </p:cNvSpPr>
          <p:nvPr>
            <p:ph type="dt" sz="half" idx="10"/>
          </p:nvPr>
        </p:nvSpPr>
        <p:spPr/>
        <p:txBody>
          <a:bodyPr/>
          <a:lstStyle/>
          <a:p>
            <a:fld id="{AD871618-EF7B-46A1-BAC1-5CB8BD105FD6}" type="datetime1">
              <a:rPr lang="en-US" smtClean="0"/>
              <a:t>8/31/2023</a:t>
            </a:fld>
            <a:endParaRPr lang="en-US"/>
          </a:p>
        </p:txBody>
      </p:sp>
      <p:sp>
        <p:nvSpPr>
          <p:cNvPr id="5" name="Footer Placeholder 4"/>
          <p:cNvSpPr>
            <a:spLocks noGrp="1"/>
          </p:cNvSpPr>
          <p:nvPr>
            <p:ph type="ftr" sz="quarter" idx="11"/>
          </p:nvPr>
        </p:nvSpPr>
        <p:spPr/>
        <p:txBody>
          <a:bodyPr/>
          <a:lstStyle/>
          <a:p>
            <a:r>
              <a:rPr lang="en-US" smtClean="0"/>
              <a:t>Ms Anosha Khan</a:t>
            </a:r>
            <a:endParaRPr lang="en-US"/>
          </a:p>
        </p:txBody>
      </p:sp>
      <p:sp>
        <p:nvSpPr>
          <p:cNvPr id="6" name="Slide Number Placeholder 5"/>
          <p:cNvSpPr>
            <a:spLocks noGrp="1"/>
          </p:cNvSpPr>
          <p:nvPr>
            <p:ph type="sldNum" sz="quarter" idx="12"/>
          </p:nvPr>
        </p:nvSpPr>
        <p:spPr/>
        <p:txBody>
          <a:bodyPr/>
          <a:lstStyle/>
          <a:p>
            <a:fld id="{BDCF7F6F-AAF4-4081-9FBA-A16679D15015}" type="slidenum">
              <a:rPr lang="en-US" smtClean="0"/>
              <a:t>2</a:t>
            </a:fld>
            <a:endParaRPr lang="en-US"/>
          </a:p>
        </p:txBody>
      </p:sp>
    </p:spTree>
    <p:extLst>
      <p:ext uri="{BB962C8B-B14F-4D97-AF65-F5344CB8AC3E}">
        <p14:creationId xmlns:p14="http://schemas.microsoft.com/office/powerpoint/2010/main" val="219821551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Pass value to a pointer</a:t>
            </a:r>
            <a:endParaRPr lang="en-US" dirty="0"/>
          </a:p>
        </p:txBody>
      </p:sp>
      <p:sp>
        <p:nvSpPr>
          <p:cNvPr id="3" name="Content Placeholder 2"/>
          <p:cNvSpPr>
            <a:spLocks noGrp="1"/>
          </p:cNvSpPr>
          <p:nvPr>
            <p:ph idx="1"/>
          </p:nvPr>
        </p:nvSpPr>
        <p:spPr>
          <a:xfrm>
            <a:off x="1097280" y="1845733"/>
            <a:ext cx="10574260" cy="4710341"/>
          </a:xfrm>
        </p:spPr>
        <p:txBody>
          <a:bodyPr>
            <a:normAutofit fontScale="85000" lnSpcReduction="10000"/>
          </a:bodyPr>
          <a:lstStyle/>
          <a:p>
            <a:pPr>
              <a:lnSpc>
                <a:spcPct val="120000"/>
              </a:lnSpc>
              <a:spcBef>
                <a:spcPts val="0"/>
              </a:spcBef>
              <a:spcAft>
                <a:spcPts val="0"/>
              </a:spcAft>
            </a:pPr>
            <a:r>
              <a:rPr lang="en-US" dirty="0" err="1" smtClean="0"/>
              <a:t>int</a:t>
            </a:r>
            <a:r>
              <a:rPr lang="en-US" dirty="0" smtClean="0"/>
              <a:t> </a:t>
            </a:r>
            <a:r>
              <a:rPr lang="en-US" dirty="0" err="1"/>
              <a:t>global_Var</a:t>
            </a:r>
            <a:r>
              <a:rPr lang="en-US" dirty="0"/>
              <a:t> = 42</a:t>
            </a:r>
            <a:r>
              <a:rPr lang="en-US" dirty="0" smtClean="0"/>
              <a:t>;</a:t>
            </a:r>
            <a:endParaRPr lang="en-US" dirty="0"/>
          </a:p>
          <a:p>
            <a:pPr>
              <a:lnSpc>
                <a:spcPct val="120000"/>
              </a:lnSpc>
              <a:spcBef>
                <a:spcPts val="0"/>
              </a:spcBef>
              <a:spcAft>
                <a:spcPts val="0"/>
              </a:spcAft>
            </a:pPr>
            <a:r>
              <a:rPr lang="en-US" dirty="0"/>
              <a:t>// function to change pointer value</a:t>
            </a:r>
          </a:p>
          <a:p>
            <a:pPr>
              <a:lnSpc>
                <a:spcPct val="120000"/>
              </a:lnSpc>
              <a:spcBef>
                <a:spcPts val="0"/>
              </a:spcBef>
              <a:spcAft>
                <a:spcPts val="0"/>
              </a:spcAft>
            </a:pPr>
            <a:r>
              <a:rPr lang="en-US" dirty="0"/>
              <a:t>void </a:t>
            </a:r>
            <a:r>
              <a:rPr lang="en-US" dirty="0" err="1"/>
              <a:t>changePointerValue</a:t>
            </a:r>
            <a:r>
              <a:rPr lang="en-US" dirty="0"/>
              <a:t>(</a:t>
            </a:r>
            <a:r>
              <a:rPr lang="en-US" dirty="0" err="1"/>
              <a:t>int</a:t>
            </a:r>
            <a:r>
              <a:rPr lang="en-US" dirty="0"/>
              <a:t>* </a:t>
            </a:r>
            <a:r>
              <a:rPr lang="en-US" dirty="0" err="1"/>
              <a:t>pp</a:t>
            </a:r>
            <a:r>
              <a:rPr lang="en-US" dirty="0"/>
              <a:t>)</a:t>
            </a:r>
          </a:p>
          <a:p>
            <a:pPr>
              <a:lnSpc>
                <a:spcPct val="120000"/>
              </a:lnSpc>
              <a:spcBef>
                <a:spcPts val="0"/>
              </a:spcBef>
              <a:spcAft>
                <a:spcPts val="0"/>
              </a:spcAft>
            </a:pPr>
            <a:r>
              <a:rPr lang="en-US" dirty="0"/>
              <a:t>{</a:t>
            </a:r>
          </a:p>
          <a:p>
            <a:pPr>
              <a:lnSpc>
                <a:spcPct val="120000"/>
              </a:lnSpc>
              <a:spcBef>
                <a:spcPts val="0"/>
              </a:spcBef>
              <a:spcAft>
                <a:spcPts val="0"/>
              </a:spcAft>
            </a:pPr>
            <a:r>
              <a:rPr lang="en-US" dirty="0"/>
              <a:t>    </a:t>
            </a:r>
            <a:r>
              <a:rPr lang="en-US" dirty="0" err="1"/>
              <a:t>pp</a:t>
            </a:r>
            <a:r>
              <a:rPr lang="en-US" dirty="0"/>
              <a:t> = &amp;</a:t>
            </a:r>
            <a:r>
              <a:rPr lang="en-US" dirty="0" err="1"/>
              <a:t>global_Var</a:t>
            </a:r>
            <a:r>
              <a:rPr lang="en-US" dirty="0"/>
              <a:t>;</a:t>
            </a:r>
          </a:p>
          <a:p>
            <a:pPr>
              <a:lnSpc>
                <a:spcPct val="120000"/>
              </a:lnSpc>
              <a:spcBef>
                <a:spcPts val="0"/>
              </a:spcBef>
              <a:spcAft>
                <a:spcPts val="0"/>
              </a:spcAft>
            </a:pPr>
            <a:r>
              <a:rPr lang="en-US" dirty="0" smtClean="0"/>
              <a:t>}</a:t>
            </a:r>
            <a:endParaRPr lang="en-US" dirty="0"/>
          </a:p>
          <a:p>
            <a:pPr>
              <a:lnSpc>
                <a:spcPct val="120000"/>
              </a:lnSpc>
              <a:spcBef>
                <a:spcPts val="0"/>
              </a:spcBef>
              <a:spcAft>
                <a:spcPts val="0"/>
              </a:spcAft>
            </a:pPr>
            <a:r>
              <a:rPr lang="en-US" dirty="0" err="1"/>
              <a:t>int</a:t>
            </a:r>
            <a:r>
              <a:rPr lang="en-US" dirty="0"/>
              <a:t> main()</a:t>
            </a:r>
          </a:p>
          <a:p>
            <a:pPr>
              <a:lnSpc>
                <a:spcPct val="120000"/>
              </a:lnSpc>
              <a:spcBef>
                <a:spcPts val="0"/>
              </a:spcBef>
              <a:spcAft>
                <a:spcPts val="0"/>
              </a:spcAft>
            </a:pPr>
            <a:r>
              <a:rPr lang="en-US" dirty="0"/>
              <a:t>{</a:t>
            </a:r>
          </a:p>
          <a:p>
            <a:pPr>
              <a:lnSpc>
                <a:spcPct val="120000"/>
              </a:lnSpc>
              <a:spcBef>
                <a:spcPts val="0"/>
              </a:spcBef>
              <a:spcAft>
                <a:spcPts val="0"/>
              </a:spcAft>
            </a:pPr>
            <a:r>
              <a:rPr lang="en-US" dirty="0"/>
              <a:t>    </a:t>
            </a:r>
            <a:r>
              <a:rPr lang="en-US" dirty="0" err="1"/>
              <a:t>int</a:t>
            </a:r>
            <a:r>
              <a:rPr lang="en-US" dirty="0"/>
              <a:t> </a:t>
            </a:r>
            <a:r>
              <a:rPr lang="en-US" dirty="0" err="1"/>
              <a:t>var</a:t>
            </a:r>
            <a:r>
              <a:rPr lang="en-US" dirty="0"/>
              <a:t> = 23;</a:t>
            </a:r>
          </a:p>
          <a:p>
            <a:pPr>
              <a:lnSpc>
                <a:spcPct val="120000"/>
              </a:lnSpc>
              <a:spcBef>
                <a:spcPts val="0"/>
              </a:spcBef>
              <a:spcAft>
                <a:spcPts val="0"/>
              </a:spcAft>
            </a:pPr>
            <a:r>
              <a:rPr lang="en-US" dirty="0"/>
              <a:t>    </a:t>
            </a:r>
            <a:r>
              <a:rPr lang="en-US" dirty="0" err="1"/>
              <a:t>int</a:t>
            </a:r>
            <a:r>
              <a:rPr lang="en-US" dirty="0"/>
              <a:t>* </a:t>
            </a:r>
            <a:r>
              <a:rPr lang="en-US" dirty="0" err="1"/>
              <a:t>ptr_to_var</a:t>
            </a:r>
            <a:r>
              <a:rPr lang="en-US" dirty="0"/>
              <a:t> = &amp;</a:t>
            </a:r>
            <a:r>
              <a:rPr lang="en-US" dirty="0" err="1"/>
              <a:t>var</a:t>
            </a:r>
            <a:r>
              <a:rPr lang="en-US" dirty="0" smtClean="0"/>
              <a:t>;</a:t>
            </a:r>
            <a:endParaRPr lang="en-US" dirty="0"/>
          </a:p>
          <a:p>
            <a:pPr>
              <a:lnSpc>
                <a:spcPct val="120000"/>
              </a:lnSpc>
              <a:spcBef>
                <a:spcPts val="0"/>
              </a:spcBef>
              <a:spcAft>
                <a:spcPts val="0"/>
              </a:spcAft>
            </a:pPr>
            <a:r>
              <a:rPr lang="en-US" dirty="0"/>
              <a:t>    </a:t>
            </a:r>
            <a:r>
              <a:rPr lang="en-US" dirty="0" err="1"/>
              <a:t>cout</a:t>
            </a:r>
            <a:r>
              <a:rPr lang="en-US" dirty="0"/>
              <a:t> &lt;&lt; "Passing Pointer to function:" &lt;&lt; </a:t>
            </a:r>
            <a:r>
              <a:rPr lang="en-US" dirty="0" err="1"/>
              <a:t>endl</a:t>
            </a:r>
            <a:r>
              <a:rPr lang="en-US" dirty="0" smtClean="0"/>
              <a:t>;</a:t>
            </a:r>
            <a:endParaRPr lang="en-US" dirty="0"/>
          </a:p>
          <a:p>
            <a:pPr>
              <a:lnSpc>
                <a:spcPct val="120000"/>
              </a:lnSpc>
              <a:spcBef>
                <a:spcPts val="0"/>
              </a:spcBef>
              <a:spcAft>
                <a:spcPts val="0"/>
              </a:spcAft>
            </a:pPr>
            <a:r>
              <a:rPr lang="en-US" dirty="0"/>
              <a:t>    </a:t>
            </a:r>
            <a:r>
              <a:rPr lang="en-US" dirty="0" err="1"/>
              <a:t>cout</a:t>
            </a:r>
            <a:r>
              <a:rPr lang="en-US" dirty="0"/>
              <a:t> &lt;&lt; "Before :" &lt;&lt; *</a:t>
            </a:r>
            <a:r>
              <a:rPr lang="en-US" dirty="0" err="1"/>
              <a:t>ptr_to_var</a:t>
            </a:r>
            <a:r>
              <a:rPr lang="en-US" dirty="0"/>
              <a:t> &lt;&lt; </a:t>
            </a:r>
            <a:r>
              <a:rPr lang="en-US" dirty="0" err="1"/>
              <a:t>endl</a:t>
            </a:r>
            <a:r>
              <a:rPr lang="en-US" dirty="0"/>
              <a:t>; // display </a:t>
            </a:r>
            <a:r>
              <a:rPr lang="en-US" dirty="0" smtClean="0"/>
              <a:t>23</a:t>
            </a:r>
            <a:endParaRPr lang="en-US" dirty="0"/>
          </a:p>
          <a:p>
            <a:pPr>
              <a:lnSpc>
                <a:spcPct val="120000"/>
              </a:lnSpc>
              <a:spcBef>
                <a:spcPts val="0"/>
              </a:spcBef>
              <a:spcAft>
                <a:spcPts val="0"/>
              </a:spcAft>
            </a:pPr>
            <a:r>
              <a:rPr lang="en-US" dirty="0"/>
              <a:t>    </a:t>
            </a:r>
            <a:r>
              <a:rPr lang="en-US" dirty="0" err="1"/>
              <a:t>changePointerValue</a:t>
            </a:r>
            <a:r>
              <a:rPr lang="en-US" dirty="0"/>
              <a:t>(</a:t>
            </a:r>
            <a:r>
              <a:rPr lang="en-US" dirty="0" err="1"/>
              <a:t>ptr_to_var</a:t>
            </a:r>
            <a:r>
              <a:rPr lang="en-US" dirty="0"/>
              <a:t>);</a:t>
            </a:r>
          </a:p>
          <a:p>
            <a:pPr>
              <a:lnSpc>
                <a:spcPct val="120000"/>
              </a:lnSpc>
              <a:spcBef>
                <a:spcPts val="0"/>
              </a:spcBef>
              <a:spcAft>
                <a:spcPts val="0"/>
              </a:spcAft>
            </a:pPr>
            <a:r>
              <a:rPr lang="en-US" dirty="0" smtClean="0"/>
              <a:t>    </a:t>
            </a:r>
            <a:r>
              <a:rPr lang="en-US" dirty="0" err="1"/>
              <a:t>cout</a:t>
            </a:r>
            <a:r>
              <a:rPr lang="en-US" dirty="0"/>
              <a:t> &lt;&lt; "After :" &lt;&lt; *</a:t>
            </a:r>
            <a:r>
              <a:rPr lang="en-US" dirty="0" err="1"/>
              <a:t>ptr_to_var</a:t>
            </a:r>
            <a:r>
              <a:rPr lang="en-US" dirty="0"/>
              <a:t> &lt;&lt; </a:t>
            </a:r>
            <a:r>
              <a:rPr lang="en-US" dirty="0" err="1"/>
              <a:t>endl</a:t>
            </a:r>
            <a:r>
              <a:rPr lang="en-US" dirty="0"/>
              <a:t>; // display 23</a:t>
            </a:r>
          </a:p>
          <a:p>
            <a:pPr>
              <a:lnSpc>
                <a:spcPct val="120000"/>
              </a:lnSpc>
              <a:spcBef>
                <a:spcPts val="0"/>
              </a:spcBef>
              <a:spcAft>
                <a:spcPts val="0"/>
              </a:spcAft>
            </a:pPr>
            <a:r>
              <a:rPr lang="en-US" dirty="0" smtClean="0"/>
              <a:t>    </a:t>
            </a:r>
            <a:r>
              <a:rPr lang="en-US" dirty="0"/>
              <a:t>return 0;</a:t>
            </a:r>
          </a:p>
          <a:p>
            <a:pPr>
              <a:lnSpc>
                <a:spcPct val="120000"/>
              </a:lnSpc>
              <a:spcBef>
                <a:spcPts val="0"/>
              </a:spcBef>
              <a:spcAft>
                <a:spcPts val="0"/>
              </a:spcAft>
            </a:pPr>
            <a:r>
              <a:rPr lang="en-US" dirty="0"/>
              <a:t>}</a:t>
            </a:r>
          </a:p>
        </p:txBody>
      </p:sp>
      <p:sp>
        <p:nvSpPr>
          <p:cNvPr id="4" name="Date Placeholder 3"/>
          <p:cNvSpPr>
            <a:spLocks noGrp="1"/>
          </p:cNvSpPr>
          <p:nvPr>
            <p:ph type="dt" sz="half" idx="10"/>
          </p:nvPr>
        </p:nvSpPr>
        <p:spPr/>
        <p:txBody>
          <a:bodyPr/>
          <a:lstStyle/>
          <a:p>
            <a:fld id="{FC019D42-769D-43B4-8184-6583032D76B7}" type="datetime1">
              <a:rPr lang="en-US" smtClean="0"/>
              <a:t>8/31/2023</a:t>
            </a:fld>
            <a:endParaRPr lang="en-US"/>
          </a:p>
        </p:txBody>
      </p:sp>
      <p:sp>
        <p:nvSpPr>
          <p:cNvPr id="5" name="Footer Placeholder 4"/>
          <p:cNvSpPr>
            <a:spLocks noGrp="1"/>
          </p:cNvSpPr>
          <p:nvPr>
            <p:ph type="ftr" sz="quarter" idx="11"/>
          </p:nvPr>
        </p:nvSpPr>
        <p:spPr/>
        <p:txBody>
          <a:bodyPr/>
          <a:lstStyle/>
          <a:p>
            <a:r>
              <a:rPr lang="en-US" smtClean="0"/>
              <a:t>Ms Anosha Khan</a:t>
            </a:r>
            <a:endParaRPr lang="en-US"/>
          </a:p>
        </p:txBody>
      </p:sp>
      <p:sp>
        <p:nvSpPr>
          <p:cNvPr id="6" name="Slide Number Placeholder 5"/>
          <p:cNvSpPr>
            <a:spLocks noGrp="1"/>
          </p:cNvSpPr>
          <p:nvPr>
            <p:ph type="sldNum" sz="quarter" idx="12"/>
          </p:nvPr>
        </p:nvSpPr>
        <p:spPr/>
        <p:txBody>
          <a:bodyPr/>
          <a:lstStyle/>
          <a:p>
            <a:fld id="{BDCF7F6F-AAF4-4081-9FBA-A16679D15015}" type="slidenum">
              <a:rPr lang="en-US" smtClean="0"/>
              <a:t>3</a:t>
            </a:fld>
            <a:endParaRPr lang="en-US"/>
          </a:p>
        </p:txBody>
      </p:sp>
    </p:spTree>
    <p:extLst>
      <p:ext uri="{BB962C8B-B14F-4D97-AF65-F5344CB8AC3E}">
        <p14:creationId xmlns:p14="http://schemas.microsoft.com/office/powerpoint/2010/main" val="418414912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 to a pointer</a:t>
            </a:r>
          </a:p>
        </p:txBody>
      </p:sp>
      <p:sp>
        <p:nvSpPr>
          <p:cNvPr id="3" name="Content Placeholder 2"/>
          <p:cNvSpPr>
            <a:spLocks noGrp="1"/>
          </p:cNvSpPr>
          <p:nvPr>
            <p:ph idx="1"/>
          </p:nvPr>
        </p:nvSpPr>
        <p:spPr>
          <a:xfrm>
            <a:off x="1097279" y="1845734"/>
            <a:ext cx="10444863" cy="4632704"/>
          </a:xfrm>
        </p:spPr>
        <p:txBody>
          <a:bodyPr>
            <a:normAutofit fontScale="85000" lnSpcReduction="20000"/>
          </a:bodyPr>
          <a:lstStyle/>
          <a:p>
            <a:pPr>
              <a:lnSpc>
                <a:spcPct val="120000"/>
              </a:lnSpc>
              <a:spcBef>
                <a:spcPts val="0"/>
              </a:spcBef>
              <a:spcAft>
                <a:spcPts val="0"/>
              </a:spcAft>
            </a:pPr>
            <a:r>
              <a:rPr lang="en-US" dirty="0" err="1"/>
              <a:t>int</a:t>
            </a:r>
            <a:r>
              <a:rPr lang="en-US" dirty="0"/>
              <a:t> </a:t>
            </a:r>
            <a:r>
              <a:rPr lang="en-US" dirty="0" err="1"/>
              <a:t>global_Var</a:t>
            </a:r>
            <a:r>
              <a:rPr lang="en-US" dirty="0"/>
              <a:t> = 42;</a:t>
            </a:r>
          </a:p>
          <a:p>
            <a:pPr>
              <a:lnSpc>
                <a:spcPct val="120000"/>
              </a:lnSpc>
              <a:spcBef>
                <a:spcPts val="0"/>
              </a:spcBef>
              <a:spcAft>
                <a:spcPts val="0"/>
              </a:spcAft>
            </a:pPr>
            <a:r>
              <a:rPr lang="en-US" dirty="0"/>
              <a:t>// function to change pointer value</a:t>
            </a:r>
          </a:p>
          <a:p>
            <a:pPr>
              <a:lnSpc>
                <a:spcPct val="120000"/>
              </a:lnSpc>
              <a:spcBef>
                <a:spcPts val="0"/>
              </a:spcBef>
              <a:spcAft>
                <a:spcPts val="0"/>
              </a:spcAft>
            </a:pPr>
            <a:r>
              <a:rPr lang="en-US" dirty="0"/>
              <a:t>void </a:t>
            </a:r>
            <a:r>
              <a:rPr lang="en-US" dirty="0" err="1"/>
              <a:t>changePointerValue</a:t>
            </a:r>
            <a:r>
              <a:rPr lang="en-US" dirty="0"/>
              <a:t>(</a:t>
            </a:r>
            <a:r>
              <a:rPr lang="en-US" dirty="0" err="1"/>
              <a:t>int</a:t>
            </a:r>
            <a:r>
              <a:rPr lang="en-US" dirty="0"/>
              <a:t>* </a:t>
            </a:r>
            <a:r>
              <a:rPr lang="en-US" dirty="0" smtClean="0"/>
              <a:t>&amp;</a:t>
            </a:r>
            <a:r>
              <a:rPr lang="en-US" dirty="0" err="1" smtClean="0"/>
              <a:t>pp</a:t>
            </a:r>
            <a:r>
              <a:rPr lang="en-US" dirty="0"/>
              <a:t>)</a:t>
            </a:r>
          </a:p>
          <a:p>
            <a:pPr>
              <a:lnSpc>
                <a:spcPct val="120000"/>
              </a:lnSpc>
              <a:spcBef>
                <a:spcPts val="0"/>
              </a:spcBef>
              <a:spcAft>
                <a:spcPts val="0"/>
              </a:spcAft>
            </a:pPr>
            <a:r>
              <a:rPr lang="en-US" dirty="0"/>
              <a:t>{</a:t>
            </a:r>
          </a:p>
          <a:p>
            <a:pPr>
              <a:lnSpc>
                <a:spcPct val="120000"/>
              </a:lnSpc>
              <a:spcBef>
                <a:spcPts val="0"/>
              </a:spcBef>
              <a:spcAft>
                <a:spcPts val="0"/>
              </a:spcAft>
            </a:pPr>
            <a:r>
              <a:rPr lang="en-US" dirty="0"/>
              <a:t>    </a:t>
            </a:r>
            <a:r>
              <a:rPr lang="en-US" dirty="0" err="1"/>
              <a:t>pp</a:t>
            </a:r>
            <a:r>
              <a:rPr lang="en-US" dirty="0"/>
              <a:t> = &amp;</a:t>
            </a:r>
            <a:r>
              <a:rPr lang="en-US" dirty="0" err="1"/>
              <a:t>global_Var</a:t>
            </a:r>
            <a:r>
              <a:rPr lang="en-US" dirty="0"/>
              <a:t>;</a:t>
            </a:r>
          </a:p>
          <a:p>
            <a:pPr>
              <a:lnSpc>
                <a:spcPct val="120000"/>
              </a:lnSpc>
              <a:spcBef>
                <a:spcPts val="0"/>
              </a:spcBef>
              <a:spcAft>
                <a:spcPts val="0"/>
              </a:spcAft>
            </a:pPr>
            <a:r>
              <a:rPr lang="en-US" dirty="0"/>
              <a:t>}</a:t>
            </a:r>
          </a:p>
          <a:p>
            <a:pPr>
              <a:lnSpc>
                <a:spcPct val="120000"/>
              </a:lnSpc>
              <a:spcBef>
                <a:spcPts val="0"/>
              </a:spcBef>
              <a:spcAft>
                <a:spcPts val="0"/>
              </a:spcAft>
            </a:pPr>
            <a:r>
              <a:rPr lang="en-US" dirty="0" err="1"/>
              <a:t>int</a:t>
            </a:r>
            <a:r>
              <a:rPr lang="en-US" dirty="0"/>
              <a:t> main()</a:t>
            </a:r>
          </a:p>
          <a:p>
            <a:pPr>
              <a:lnSpc>
                <a:spcPct val="120000"/>
              </a:lnSpc>
              <a:spcBef>
                <a:spcPts val="0"/>
              </a:spcBef>
              <a:spcAft>
                <a:spcPts val="0"/>
              </a:spcAft>
            </a:pPr>
            <a:r>
              <a:rPr lang="en-US" dirty="0"/>
              <a:t>{</a:t>
            </a:r>
          </a:p>
          <a:p>
            <a:pPr>
              <a:lnSpc>
                <a:spcPct val="120000"/>
              </a:lnSpc>
              <a:spcBef>
                <a:spcPts val="0"/>
              </a:spcBef>
              <a:spcAft>
                <a:spcPts val="0"/>
              </a:spcAft>
            </a:pPr>
            <a:r>
              <a:rPr lang="en-US" dirty="0"/>
              <a:t>    </a:t>
            </a:r>
            <a:r>
              <a:rPr lang="en-US" dirty="0" err="1"/>
              <a:t>int</a:t>
            </a:r>
            <a:r>
              <a:rPr lang="en-US" dirty="0"/>
              <a:t> </a:t>
            </a:r>
            <a:r>
              <a:rPr lang="en-US" dirty="0" err="1"/>
              <a:t>var</a:t>
            </a:r>
            <a:r>
              <a:rPr lang="en-US" dirty="0"/>
              <a:t> = 23;</a:t>
            </a:r>
          </a:p>
          <a:p>
            <a:pPr>
              <a:lnSpc>
                <a:spcPct val="120000"/>
              </a:lnSpc>
              <a:spcBef>
                <a:spcPts val="0"/>
              </a:spcBef>
              <a:spcAft>
                <a:spcPts val="0"/>
              </a:spcAft>
            </a:pPr>
            <a:r>
              <a:rPr lang="en-US" dirty="0"/>
              <a:t>    </a:t>
            </a:r>
            <a:r>
              <a:rPr lang="en-US" dirty="0" err="1"/>
              <a:t>int</a:t>
            </a:r>
            <a:r>
              <a:rPr lang="en-US" dirty="0"/>
              <a:t>* </a:t>
            </a:r>
            <a:r>
              <a:rPr lang="en-US" dirty="0" err="1"/>
              <a:t>ptr_to_var</a:t>
            </a:r>
            <a:r>
              <a:rPr lang="en-US" dirty="0"/>
              <a:t> = &amp;</a:t>
            </a:r>
            <a:r>
              <a:rPr lang="en-US" dirty="0" err="1"/>
              <a:t>var</a:t>
            </a:r>
            <a:r>
              <a:rPr lang="en-US" dirty="0"/>
              <a:t>;</a:t>
            </a:r>
          </a:p>
          <a:p>
            <a:pPr>
              <a:lnSpc>
                <a:spcPct val="120000"/>
              </a:lnSpc>
              <a:spcBef>
                <a:spcPts val="0"/>
              </a:spcBef>
              <a:spcAft>
                <a:spcPts val="0"/>
              </a:spcAft>
            </a:pPr>
            <a:r>
              <a:rPr lang="en-US" dirty="0"/>
              <a:t>    </a:t>
            </a:r>
            <a:r>
              <a:rPr lang="en-US" dirty="0" err="1"/>
              <a:t>cout</a:t>
            </a:r>
            <a:r>
              <a:rPr lang="en-US" dirty="0"/>
              <a:t> &lt;&lt; "Passing Pointer to function:" &lt;&lt; </a:t>
            </a:r>
            <a:r>
              <a:rPr lang="en-US" dirty="0" err="1"/>
              <a:t>endl</a:t>
            </a:r>
            <a:r>
              <a:rPr lang="en-US" dirty="0"/>
              <a:t>;</a:t>
            </a:r>
          </a:p>
          <a:p>
            <a:pPr>
              <a:lnSpc>
                <a:spcPct val="120000"/>
              </a:lnSpc>
              <a:spcBef>
                <a:spcPts val="0"/>
              </a:spcBef>
              <a:spcAft>
                <a:spcPts val="0"/>
              </a:spcAft>
            </a:pPr>
            <a:r>
              <a:rPr lang="en-US" dirty="0"/>
              <a:t>    </a:t>
            </a:r>
            <a:r>
              <a:rPr lang="en-US" dirty="0" err="1"/>
              <a:t>cout</a:t>
            </a:r>
            <a:r>
              <a:rPr lang="en-US" dirty="0"/>
              <a:t> &lt;&lt; "Before :" &lt;&lt; *</a:t>
            </a:r>
            <a:r>
              <a:rPr lang="en-US" dirty="0" err="1"/>
              <a:t>ptr_to_var</a:t>
            </a:r>
            <a:r>
              <a:rPr lang="en-US" dirty="0"/>
              <a:t> &lt;&lt; </a:t>
            </a:r>
            <a:r>
              <a:rPr lang="en-US" dirty="0" err="1"/>
              <a:t>endl</a:t>
            </a:r>
            <a:r>
              <a:rPr lang="en-US" dirty="0"/>
              <a:t>; // display 23</a:t>
            </a:r>
          </a:p>
          <a:p>
            <a:pPr>
              <a:lnSpc>
                <a:spcPct val="120000"/>
              </a:lnSpc>
              <a:spcBef>
                <a:spcPts val="0"/>
              </a:spcBef>
              <a:spcAft>
                <a:spcPts val="0"/>
              </a:spcAft>
            </a:pPr>
            <a:r>
              <a:rPr lang="en-US" dirty="0"/>
              <a:t>    </a:t>
            </a:r>
            <a:r>
              <a:rPr lang="en-US" dirty="0" err="1"/>
              <a:t>changePointerValue</a:t>
            </a:r>
            <a:r>
              <a:rPr lang="en-US" dirty="0"/>
              <a:t>(</a:t>
            </a:r>
            <a:r>
              <a:rPr lang="en-US" dirty="0" err="1"/>
              <a:t>ptr_to_var</a:t>
            </a:r>
            <a:r>
              <a:rPr lang="en-US" dirty="0"/>
              <a:t>);</a:t>
            </a:r>
          </a:p>
          <a:p>
            <a:pPr>
              <a:lnSpc>
                <a:spcPct val="120000"/>
              </a:lnSpc>
              <a:spcBef>
                <a:spcPts val="0"/>
              </a:spcBef>
              <a:spcAft>
                <a:spcPts val="0"/>
              </a:spcAft>
            </a:pPr>
            <a:r>
              <a:rPr lang="en-US" dirty="0"/>
              <a:t>    </a:t>
            </a:r>
            <a:r>
              <a:rPr lang="en-US" dirty="0" err="1"/>
              <a:t>cout</a:t>
            </a:r>
            <a:r>
              <a:rPr lang="en-US" dirty="0"/>
              <a:t> &lt;&lt; "After :" &lt;&lt; *</a:t>
            </a:r>
            <a:r>
              <a:rPr lang="en-US" dirty="0" err="1"/>
              <a:t>ptr_to_var</a:t>
            </a:r>
            <a:r>
              <a:rPr lang="en-US" dirty="0"/>
              <a:t> &lt;&lt; </a:t>
            </a:r>
            <a:r>
              <a:rPr lang="en-US" dirty="0" err="1"/>
              <a:t>endl</a:t>
            </a:r>
            <a:r>
              <a:rPr lang="en-US" dirty="0"/>
              <a:t>; // display 23</a:t>
            </a:r>
          </a:p>
          <a:p>
            <a:pPr>
              <a:lnSpc>
                <a:spcPct val="120000"/>
              </a:lnSpc>
              <a:spcBef>
                <a:spcPts val="0"/>
              </a:spcBef>
              <a:spcAft>
                <a:spcPts val="0"/>
              </a:spcAft>
            </a:pPr>
            <a:r>
              <a:rPr lang="en-US" dirty="0"/>
              <a:t>    return 0;</a:t>
            </a:r>
          </a:p>
          <a:p>
            <a:pPr>
              <a:lnSpc>
                <a:spcPct val="120000"/>
              </a:lnSpc>
              <a:spcBef>
                <a:spcPts val="0"/>
              </a:spcBef>
              <a:spcAft>
                <a:spcPts val="0"/>
              </a:spcAft>
            </a:pPr>
            <a:r>
              <a:rPr lang="en-US" dirty="0"/>
              <a:t>}</a:t>
            </a:r>
          </a:p>
          <a:p>
            <a:endParaRPr lang="en-US" dirty="0"/>
          </a:p>
        </p:txBody>
      </p:sp>
      <p:sp>
        <p:nvSpPr>
          <p:cNvPr id="4" name="Date Placeholder 3"/>
          <p:cNvSpPr>
            <a:spLocks noGrp="1"/>
          </p:cNvSpPr>
          <p:nvPr>
            <p:ph type="dt" sz="half" idx="10"/>
          </p:nvPr>
        </p:nvSpPr>
        <p:spPr/>
        <p:txBody>
          <a:bodyPr/>
          <a:lstStyle/>
          <a:p>
            <a:fld id="{E2C87733-27A3-462C-8911-C256F29BD737}" type="datetime1">
              <a:rPr lang="en-US" smtClean="0"/>
              <a:t>8/31/2023</a:t>
            </a:fld>
            <a:endParaRPr lang="en-US"/>
          </a:p>
        </p:txBody>
      </p:sp>
      <p:sp>
        <p:nvSpPr>
          <p:cNvPr id="5" name="Footer Placeholder 4"/>
          <p:cNvSpPr>
            <a:spLocks noGrp="1"/>
          </p:cNvSpPr>
          <p:nvPr>
            <p:ph type="ftr" sz="quarter" idx="11"/>
          </p:nvPr>
        </p:nvSpPr>
        <p:spPr/>
        <p:txBody>
          <a:bodyPr/>
          <a:lstStyle/>
          <a:p>
            <a:r>
              <a:rPr lang="en-US" smtClean="0"/>
              <a:t>Ms Anosha Khan</a:t>
            </a:r>
            <a:endParaRPr lang="en-US"/>
          </a:p>
        </p:txBody>
      </p:sp>
      <p:sp>
        <p:nvSpPr>
          <p:cNvPr id="6" name="Slide Number Placeholder 5"/>
          <p:cNvSpPr>
            <a:spLocks noGrp="1"/>
          </p:cNvSpPr>
          <p:nvPr>
            <p:ph type="sldNum" sz="quarter" idx="12"/>
          </p:nvPr>
        </p:nvSpPr>
        <p:spPr/>
        <p:txBody>
          <a:bodyPr/>
          <a:lstStyle/>
          <a:p>
            <a:fld id="{BDCF7F6F-AAF4-4081-9FBA-A16679D15015}" type="slidenum">
              <a:rPr lang="en-US" smtClean="0"/>
              <a:t>4</a:t>
            </a:fld>
            <a:endParaRPr lang="en-US"/>
          </a:p>
        </p:txBody>
      </p:sp>
    </p:spTree>
    <p:extLst>
      <p:ext uri="{BB962C8B-B14F-4D97-AF65-F5344CB8AC3E}">
        <p14:creationId xmlns:p14="http://schemas.microsoft.com/office/powerpoint/2010/main" val="322931888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Returning a pointer from a function</a:t>
            </a:r>
            <a:endParaRPr lang="en-US" dirty="0"/>
          </a:p>
        </p:txBody>
      </p:sp>
      <p:sp>
        <p:nvSpPr>
          <p:cNvPr id="3" name="Content Placeholder 2"/>
          <p:cNvSpPr>
            <a:spLocks noGrp="1"/>
          </p:cNvSpPr>
          <p:nvPr>
            <p:ph idx="1"/>
          </p:nvPr>
        </p:nvSpPr>
        <p:spPr>
          <a:xfrm>
            <a:off x="1097279" y="1845733"/>
            <a:ext cx="10807173" cy="4537813"/>
          </a:xfrm>
        </p:spPr>
        <p:txBody>
          <a:bodyPr>
            <a:normAutofit fontScale="77500" lnSpcReduction="20000"/>
          </a:bodyPr>
          <a:lstStyle/>
          <a:p>
            <a:pPr>
              <a:lnSpc>
                <a:spcPct val="120000"/>
              </a:lnSpc>
              <a:spcBef>
                <a:spcPts val="0"/>
              </a:spcBef>
              <a:spcAft>
                <a:spcPts val="0"/>
              </a:spcAft>
            </a:pPr>
            <a:r>
              <a:rPr lang="en-US" dirty="0"/>
              <a:t>#include &lt;</a:t>
            </a:r>
            <a:r>
              <a:rPr lang="en-US" dirty="0" err="1"/>
              <a:t>iostream</a:t>
            </a:r>
            <a:r>
              <a:rPr lang="en-US" dirty="0" smtClean="0"/>
              <a:t>&gt;</a:t>
            </a:r>
            <a:endParaRPr lang="en-US" dirty="0"/>
          </a:p>
          <a:p>
            <a:pPr>
              <a:lnSpc>
                <a:spcPct val="120000"/>
              </a:lnSpc>
              <a:spcBef>
                <a:spcPts val="0"/>
              </a:spcBef>
              <a:spcAft>
                <a:spcPts val="0"/>
              </a:spcAft>
            </a:pPr>
            <a:r>
              <a:rPr lang="en-US" dirty="0"/>
              <a:t>using namespace </a:t>
            </a:r>
            <a:r>
              <a:rPr lang="en-US" dirty="0" err="1"/>
              <a:t>std</a:t>
            </a:r>
            <a:r>
              <a:rPr lang="en-US" dirty="0" smtClean="0"/>
              <a:t>;</a:t>
            </a:r>
            <a:endParaRPr lang="en-US" dirty="0"/>
          </a:p>
          <a:p>
            <a:pPr>
              <a:lnSpc>
                <a:spcPct val="120000"/>
              </a:lnSpc>
              <a:spcBef>
                <a:spcPts val="0"/>
              </a:spcBef>
              <a:spcAft>
                <a:spcPts val="0"/>
              </a:spcAft>
            </a:pPr>
            <a:r>
              <a:rPr lang="en-US" dirty="0" err="1"/>
              <a:t>int</a:t>
            </a:r>
            <a:r>
              <a:rPr lang="en-US" dirty="0"/>
              <a:t> </a:t>
            </a:r>
            <a:r>
              <a:rPr lang="en-US" dirty="0" err="1"/>
              <a:t>global_var</a:t>
            </a:r>
            <a:r>
              <a:rPr lang="en-US" dirty="0"/>
              <a:t> = 42</a:t>
            </a:r>
            <a:r>
              <a:rPr lang="en-US" dirty="0" smtClean="0"/>
              <a:t>;</a:t>
            </a:r>
            <a:endParaRPr lang="en-US" dirty="0"/>
          </a:p>
          <a:p>
            <a:pPr>
              <a:lnSpc>
                <a:spcPct val="120000"/>
              </a:lnSpc>
              <a:spcBef>
                <a:spcPts val="0"/>
              </a:spcBef>
              <a:spcAft>
                <a:spcPts val="0"/>
              </a:spcAft>
            </a:pPr>
            <a:r>
              <a:rPr lang="en-US" dirty="0"/>
              <a:t>// </a:t>
            </a:r>
            <a:r>
              <a:rPr lang="en-US" dirty="0" smtClean="0"/>
              <a:t>function </a:t>
            </a:r>
            <a:r>
              <a:rPr lang="en-US" dirty="0"/>
              <a:t>to return a pointer</a:t>
            </a:r>
          </a:p>
          <a:p>
            <a:pPr>
              <a:lnSpc>
                <a:spcPct val="120000"/>
              </a:lnSpc>
              <a:spcBef>
                <a:spcPts val="0"/>
              </a:spcBef>
              <a:spcAft>
                <a:spcPts val="0"/>
              </a:spcAft>
            </a:pPr>
            <a:r>
              <a:rPr lang="en-US" dirty="0" err="1"/>
              <a:t>int</a:t>
            </a:r>
            <a:r>
              <a:rPr lang="en-US" dirty="0"/>
              <a:t>* </a:t>
            </a:r>
            <a:r>
              <a:rPr lang="en-US" dirty="0" err="1"/>
              <a:t>returnPointerValue</a:t>
            </a:r>
            <a:r>
              <a:rPr lang="en-US" dirty="0"/>
              <a:t>()</a:t>
            </a:r>
          </a:p>
          <a:p>
            <a:pPr>
              <a:lnSpc>
                <a:spcPct val="120000"/>
              </a:lnSpc>
              <a:spcBef>
                <a:spcPts val="0"/>
              </a:spcBef>
              <a:spcAft>
                <a:spcPts val="0"/>
              </a:spcAft>
            </a:pPr>
            <a:r>
              <a:rPr lang="en-US" dirty="0"/>
              <a:t>{</a:t>
            </a:r>
          </a:p>
          <a:p>
            <a:pPr>
              <a:lnSpc>
                <a:spcPct val="120000"/>
              </a:lnSpc>
              <a:spcBef>
                <a:spcPts val="0"/>
              </a:spcBef>
              <a:spcAft>
                <a:spcPts val="0"/>
              </a:spcAft>
            </a:pPr>
            <a:r>
              <a:rPr lang="en-US" dirty="0"/>
              <a:t>    return &amp;</a:t>
            </a:r>
            <a:r>
              <a:rPr lang="en-US" dirty="0" err="1"/>
              <a:t>global_var</a:t>
            </a:r>
            <a:r>
              <a:rPr lang="en-US" dirty="0"/>
              <a:t>;</a:t>
            </a:r>
          </a:p>
          <a:p>
            <a:pPr>
              <a:lnSpc>
                <a:spcPct val="120000"/>
              </a:lnSpc>
              <a:spcBef>
                <a:spcPts val="0"/>
              </a:spcBef>
              <a:spcAft>
                <a:spcPts val="0"/>
              </a:spcAft>
            </a:pPr>
            <a:r>
              <a:rPr lang="en-US" dirty="0" smtClean="0"/>
              <a:t>}</a:t>
            </a:r>
            <a:endParaRPr lang="en-US" dirty="0"/>
          </a:p>
          <a:p>
            <a:pPr>
              <a:lnSpc>
                <a:spcPct val="120000"/>
              </a:lnSpc>
              <a:spcBef>
                <a:spcPts val="0"/>
              </a:spcBef>
              <a:spcAft>
                <a:spcPts val="0"/>
              </a:spcAft>
            </a:pPr>
            <a:r>
              <a:rPr lang="en-US" dirty="0" err="1"/>
              <a:t>int</a:t>
            </a:r>
            <a:r>
              <a:rPr lang="en-US" dirty="0"/>
              <a:t> main()</a:t>
            </a:r>
          </a:p>
          <a:p>
            <a:pPr>
              <a:lnSpc>
                <a:spcPct val="120000"/>
              </a:lnSpc>
              <a:spcBef>
                <a:spcPts val="0"/>
              </a:spcBef>
              <a:spcAft>
                <a:spcPts val="0"/>
              </a:spcAft>
            </a:pPr>
            <a:r>
              <a:rPr lang="en-US" dirty="0"/>
              <a:t>{</a:t>
            </a:r>
          </a:p>
          <a:p>
            <a:pPr>
              <a:lnSpc>
                <a:spcPct val="120000"/>
              </a:lnSpc>
              <a:spcBef>
                <a:spcPts val="0"/>
              </a:spcBef>
              <a:spcAft>
                <a:spcPts val="0"/>
              </a:spcAft>
            </a:pPr>
            <a:r>
              <a:rPr lang="en-US" dirty="0"/>
              <a:t>    </a:t>
            </a:r>
            <a:r>
              <a:rPr lang="en-US" dirty="0" err="1"/>
              <a:t>int</a:t>
            </a:r>
            <a:r>
              <a:rPr lang="en-US" dirty="0"/>
              <a:t> </a:t>
            </a:r>
            <a:r>
              <a:rPr lang="en-US" dirty="0" err="1"/>
              <a:t>var</a:t>
            </a:r>
            <a:r>
              <a:rPr lang="en-US" dirty="0"/>
              <a:t> = 23;</a:t>
            </a:r>
          </a:p>
          <a:p>
            <a:pPr>
              <a:lnSpc>
                <a:spcPct val="120000"/>
              </a:lnSpc>
              <a:spcBef>
                <a:spcPts val="0"/>
              </a:spcBef>
              <a:spcAft>
                <a:spcPts val="0"/>
              </a:spcAft>
            </a:pPr>
            <a:r>
              <a:rPr lang="en-US" dirty="0"/>
              <a:t>    </a:t>
            </a:r>
            <a:r>
              <a:rPr lang="en-US" dirty="0" err="1"/>
              <a:t>int</a:t>
            </a:r>
            <a:r>
              <a:rPr lang="en-US" dirty="0"/>
              <a:t>* </a:t>
            </a:r>
            <a:r>
              <a:rPr lang="en-US" dirty="0" err="1"/>
              <a:t>ptr_to_var</a:t>
            </a:r>
            <a:r>
              <a:rPr lang="en-US" dirty="0"/>
              <a:t> = &amp;</a:t>
            </a:r>
            <a:r>
              <a:rPr lang="en-US" dirty="0" err="1"/>
              <a:t>var</a:t>
            </a:r>
            <a:r>
              <a:rPr lang="en-US" dirty="0" smtClean="0"/>
              <a:t>;</a:t>
            </a:r>
            <a:endParaRPr lang="en-US" dirty="0"/>
          </a:p>
          <a:p>
            <a:pPr>
              <a:lnSpc>
                <a:spcPct val="120000"/>
              </a:lnSpc>
              <a:spcBef>
                <a:spcPts val="0"/>
              </a:spcBef>
              <a:spcAft>
                <a:spcPts val="0"/>
              </a:spcAft>
            </a:pPr>
            <a:r>
              <a:rPr lang="en-US" dirty="0"/>
              <a:t>    </a:t>
            </a:r>
            <a:r>
              <a:rPr lang="en-US" dirty="0" err="1"/>
              <a:t>cout</a:t>
            </a:r>
            <a:r>
              <a:rPr lang="en-US" dirty="0"/>
              <a:t> &lt;&lt; "Return a pointer from a function " &lt;&lt; </a:t>
            </a:r>
            <a:r>
              <a:rPr lang="en-US" dirty="0" err="1"/>
              <a:t>endl</a:t>
            </a:r>
            <a:r>
              <a:rPr lang="en-US" dirty="0" smtClean="0"/>
              <a:t>;</a:t>
            </a:r>
            <a:endParaRPr lang="en-US" dirty="0"/>
          </a:p>
          <a:p>
            <a:pPr>
              <a:lnSpc>
                <a:spcPct val="120000"/>
              </a:lnSpc>
              <a:spcBef>
                <a:spcPts val="0"/>
              </a:spcBef>
              <a:spcAft>
                <a:spcPts val="0"/>
              </a:spcAft>
            </a:pPr>
            <a:r>
              <a:rPr lang="en-US" dirty="0"/>
              <a:t>    </a:t>
            </a:r>
            <a:r>
              <a:rPr lang="en-US" dirty="0" err="1" smtClean="0"/>
              <a:t>cout</a:t>
            </a:r>
            <a:r>
              <a:rPr lang="en-US" dirty="0" smtClean="0"/>
              <a:t> </a:t>
            </a:r>
            <a:r>
              <a:rPr lang="en-US" dirty="0"/>
              <a:t>&lt;&lt; "Before :" &lt;&lt; *</a:t>
            </a:r>
            <a:r>
              <a:rPr lang="en-US" dirty="0" err="1"/>
              <a:t>ptr_to_var</a:t>
            </a:r>
            <a:r>
              <a:rPr lang="en-US" dirty="0"/>
              <a:t> &lt;&lt; </a:t>
            </a:r>
            <a:r>
              <a:rPr lang="en-US" dirty="0" err="1"/>
              <a:t>endl</a:t>
            </a:r>
            <a:r>
              <a:rPr lang="en-US" dirty="0"/>
              <a:t>; // display </a:t>
            </a:r>
            <a:r>
              <a:rPr lang="en-US" dirty="0" smtClean="0"/>
              <a:t>23</a:t>
            </a:r>
            <a:endParaRPr lang="en-US" dirty="0"/>
          </a:p>
          <a:p>
            <a:pPr>
              <a:lnSpc>
                <a:spcPct val="120000"/>
              </a:lnSpc>
              <a:spcBef>
                <a:spcPts val="0"/>
              </a:spcBef>
              <a:spcAft>
                <a:spcPts val="0"/>
              </a:spcAft>
            </a:pPr>
            <a:r>
              <a:rPr lang="en-US" dirty="0"/>
              <a:t>    </a:t>
            </a:r>
            <a:r>
              <a:rPr lang="en-US" dirty="0" err="1"/>
              <a:t>ptr_to_var</a:t>
            </a:r>
            <a:r>
              <a:rPr lang="en-US" dirty="0"/>
              <a:t> = </a:t>
            </a:r>
            <a:r>
              <a:rPr lang="en-US" dirty="0" err="1"/>
              <a:t>returnPointerValue</a:t>
            </a:r>
            <a:r>
              <a:rPr lang="en-US" dirty="0" smtClean="0"/>
              <a:t>();</a:t>
            </a:r>
            <a:endParaRPr lang="en-US" dirty="0"/>
          </a:p>
          <a:p>
            <a:pPr>
              <a:lnSpc>
                <a:spcPct val="120000"/>
              </a:lnSpc>
              <a:spcBef>
                <a:spcPts val="0"/>
              </a:spcBef>
              <a:spcAft>
                <a:spcPts val="0"/>
              </a:spcAft>
            </a:pPr>
            <a:r>
              <a:rPr lang="en-US" dirty="0"/>
              <a:t>    </a:t>
            </a:r>
            <a:r>
              <a:rPr lang="en-US" dirty="0" err="1"/>
              <a:t>cout</a:t>
            </a:r>
            <a:r>
              <a:rPr lang="en-US" dirty="0"/>
              <a:t> &lt;&lt; "After :" &lt;&lt; *</a:t>
            </a:r>
            <a:r>
              <a:rPr lang="en-US" dirty="0" err="1"/>
              <a:t>ptr_to_var</a:t>
            </a:r>
            <a:r>
              <a:rPr lang="en-US" dirty="0"/>
              <a:t> &lt;&lt; </a:t>
            </a:r>
            <a:r>
              <a:rPr lang="en-US" dirty="0" err="1"/>
              <a:t>endl</a:t>
            </a:r>
            <a:r>
              <a:rPr lang="en-US" dirty="0"/>
              <a:t>; // display </a:t>
            </a:r>
            <a:r>
              <a:rPr lang="en-US" dirty="0" smtClean="0"/>
              <a:t>42</a:t>
            </a:r>
            <a:endParaRPr lang="en-US" dirty="0"/>
          </a:p>
          <a:p>
            <a:pPr>
              <a:lnSpc>
                <a:spcPct val="120000"/>
              </a:lnSpc>
              <a:spcBef>
                <a:spcPts val="0"/>
              </a:spcBef>
              <a:spcAft>
                <a:spcPts val="0"/>
              </a:spcAft>
            </a:pPr>
            <a:r>
              <a:rPr lang="en-US" dirty="0"/>
              <a:t>    return 0;</a:t>
            </a:r>
          </a:p>
          <a:p>
            <a:pPr>
              <a:lnSpc>
                <a:spcPct val="120000"/>
              </a:lnSpc>
              <a:spcBef>
                <a:spcPts val="0"/>
              </a:spcBef>
              <a:spcAft>
                <a:spcPts val="0"/>
              </a:spcAft>
            </a:pPr>
            <a:r>
              <a:rPr lang="en-US" dirty="0"/>
              <a:t>}</a:t>
            </a:r>
          </a:p>
        </p:txBody>
      </p:sp>
      <p:sp>
        <p:nvSpPr>
          <p:cNvPr id="4" name="Date Placeholder 3"/>
          <p:cNvSpPr>
            <a:spLocks noGrp="1"/>
          </p:cNvSpPr>
          <p:nvPr>
            <p:ph type="dt" sz="half" idx="10"/>
          </p:nvPr>
        </p:nvSpPr>
        <p:spPr/>
        <p:txBody>
          <a:bodyPr/>
          <a:lstStyle/>
          <a:p>
            <a:fld id="{1687DABB-C60C-4419-BDD0-8779B8023C82}" type="datetime1">
              <a:rPr lang="en-US" smtClean="0"/>
              <a:t>8/31/2023</a:t>
            </a:fld>
            <a:endParaRPr lang="en-US"/>
          </a:p>
        </p:txBody>
      </p:sp>
      <p:sp>
        <p:nvSpPr>
          <p:cNvPr id="5" name="Footer Placeholder 4"/>
          <p:cNvSpPr>
            <a:spLocks noGrp="1"/>
          </p:cNvSpPr>
          <p:nvPr>
            <p:ph type="ftr" sz="quarter" idx="11"/>
          </p:nvPr>
        </p:nvSpPr>
        <p:spPr/>
        <p:txBody>
          <a:bodyPr/>
          <a:lstStyle/>
          <a:p>
            <a:r>
              <a:rPr lang="en-US" smtClean="0"/>
              <a:t>Ms Anosha Khan</a:t>
            </a:r>
            <a:endParaRPr lang="en-US"/>
          </a:p>
        </p:txBody>
      </p:sp>
      <p:sp>
        <p:nvSpPr>
          <p:cNvPr id="6" name="Slide Number Placeholder 5"/>
          <p:cNvSpPr>
            <a:spLocks noGrp="1"/>
          </p:cNvSpPr>
          <p:nvPr>
            <p:ph type="sldNum" sz="quarter" idx="12"/>
          </p:nvPr>
        </p:nvSpPr>
        <p:spPr/>
        <p:txBody>
          <a:bodyPr/>
          <a:lstStyle/>
          <a:p>
            <a:fld id="{BDCF7F6F-AAF4-4081-9FBA-A16679D15015}" type="slidenum">
              <a:rPr lang="en-US" smtClean="0"/>
              <a:t>5</a:t>
            </a:fld>
            <a:endParaRPr lang="en-US"/>
          </a:p>
        </p:txBody>
      </p:sp>
    </p:spTree>
    <p:extLst>
      <p:ext uri="{BB962C8B-B14F-4D97-AF65-F5344CB8AC3E}">
        <p14:creationId xmlns:p14="http://schemas.microsoft.com/office/powerpoint/2010/main" val="251173688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Returning reference from function</a:t>
            </a:r>
            <a:endParaRPr lang="en-US" dirty="0"/>
          </a:p>
        </p:txBody>
      </p:sp>
      <p:sp>
        <p:nvSpPr>
          <p:cNvPr id="3" name="Content Placeholder 2"/>
          <p:cNvSpPr>
            <a:spLocks noGrp="1"/>
          </p:cNvSpPr>
          <p:nvPr>
            <p:ph idx="1"/>
          </p:nvPr>
        </p:nvSpPr>
        <p:spPr>
          <a:xfrm>
            <a:off x="1097280" y="1845733"/>
            <a:ext cx="10531128" cy="4537813"/>
          </a:xfrm>
        </p:spPr>
        <p:txBody>
          <a:bodyPr>
            <a:noAutofit/>
          </a:bodyPr>
          <a:lstStyle/>
          <a:p>
            <a:pPr>
              <a:lnSpc>
                <a:spcPct val="120000"/>
              </a:lnSpc>
              <a:spcBef>
                <a:spcPts val="0"/>
              </a:spcBef>
              <a:spcAft>
                <a:spcPts val="0"/>
              </a:spcAft>
            </a:pPr>
            <a:r>
              <a:rPr lang="en-US" sz="2400" dirty="0" err="1" smtClean="0"/>
              <a:t>int</a:t>
            </a:r>
            <a:r>
              <a:rPr lang="en-US" sz="2400" dirty="0" smtClean="0"/>
              <a:t> </a:t>
            </a:r>
            <a:r>
              <a:rPr lang="en-US" sz="2400" dirty="0" err="1"/>
              <a:t>global_var</a:t>
            </a:r>
            <a:r>
              <a:rPr lang="en-US" sz="2400" dirty="0"/>
              <a:t> = 42</a:t>
            </a:r>
            <a:r>
              <a:rPr lang="en-US" sz="2400" dirty="0" smtClean="0"/>
              <a:t>;</a:t>
            </a:r>
            <a:endParaRPr lang="en-US" sz="2400" dirty="0"/>
          </a:p>
          <a:p>
            <a:pPr>
              <a:lnSpc>
                <a:spcPct val="120000"/>
              </a:lnSpc>
              <a:spcBef>
                <a:spcPts val="0"/>
              </a:spcBef>
              <a:spcAft>
                <a:spcPts val="0"/>
              </a:spcAft>
            </a:pPr>
            <a:r>
              <a:rPr lang="en-US" sz="2400" dirty="0" err="1" smtClean="0"/>
              <a:t>int</a:t>
            </a:r>
            <a:r>
              <a:rPr lang="en-US" sz="2400" dirty="0"/>
              <a:t>&amp; </a:t>
            </a:r>
            <a:r>
              <a:rPr lang="en-US" sz="2400" dirty="0" err="1"/>
              <a:t>ReturnReference</a:t>
            </a:r>
            <a:r>
              <a:rPr lang="en-US" sz="2400" dirty="0" smtClean="0"/>
              <a:t>(){</a:t>
            </a:r>
            <a:endParaRPr lang="en-US" sz="2400" dirty="0"/>
          </a:p>
          <a:p>
            <a:pPr>
              <a:lnSpc>
                <a:spcPct val="120000"/>
              </a:lnSpc>
              <a:spcBef>
                <a:spcPts val="0"/>
              </a:spcBef>
              <a:spcAft>
                <a:spcPts val="0"/>
              </a:spcAft>
            </a:pPr>
            <a:r>
              <a:rPr lang="en-US" sz="2400" dirty="0"/>
              <a:t>    return </a:t>
            </a:r>
            <a:r>
              <a:rPr lang="en-US" sz="2400" dirty="0" err="1"/>
              <a:t>global_var</a:t>
            </a:r>
            <a:r>
              <a:rPr lang="en-US" sz="2400" dirty="0" smtClean="0"/>
              <a:t>;}</a:t>
            </a:r>
            <a:endParaRPr lang="en-US" sz="2400" dirty="0"/>
          </a:p>
          <a:p>
            <a:pPr>
              <a:lnSpc>
                <a:spcPct val="120000"/>
              </a:lnSpc>
              <a:spcBef>
                <a:spcPts val="0"/>
              </a:spcBef>
              <a:spcAft>
                <a:spcPts val="0"/>
              </a:spcAft>
            </a:pPr>
            <a:r>
              <a:rPr lang="en-US" sz="2400" dirty="0" err="1"/>
              <a:t>int</a:t>
            </a:r>
            <a:r>
              <a:rPr lang="en-US" sz="2400" dirty="0"/>
              <a:t> main</a:t>
            </a:r>
            <a:r>
              <a:rPr lang="en-US" sz="2400" dirty="0" smtClean="0"/>
              <a:t>(){</a:t>
            </a:r>
            <a:endParaRPr lang="en-US" sz="2400" dirty="0"/>
          </a:p>
          <a:p>
            <a:pPr>
              <a:lnSpc>
                <a:spcPct val="120000"/>
              </a:lnSpc>
              <a:spcBef>
                <a:spcPts val="0"/>
              </a:spcBef>
              <a:spcAft>
                <a:spcPts val="0"/>
              </a:spcAft>
            </a:pPr>
            <a:r>
              <a:rPr lang="en-US" sz="2400" dirty="0"/>
              <a:t>    </a:t>
            </a:r>
            <a:r>
              <a:rPr lang="en-US" sz="2400" dirty="0" err="1"/>
              <a:t>int</a:t>
            </a:r>
            <a:r>
              <a:rPr lang="en-US" sz="2400" dirty="0"/>
              <a:t> </a:t>
            </a:r>
            <a:r>
              <a:rPr lang="en-US" sz="2400" dirty="0" err="1"/>
              <a:t>var</a:t>
            </a:r>
            <a:r>
              <a:rPr lang="en-US" sz="2400" dirty="0"/>
              <a:t> = 23;</a:t>
            </a:r>
          </a:p>
          <a:p>
            <a:pPr>
              <a:lnSpc>
                <a:spcPct val="120000"/>
              </a:lnSpc>
              <a:spcBef>
                <a:spcPts val="0"/>
              </a:spcBef>
              <a:spcAft>
                <a:spcPts val="0"/>
              </a:spcAft>
            </a:pPr>
            <a:r>
              <a:rPr lang="en-US" sz="2400" dirty="0"/>
              <a:t>    </a:t>
            </a:r>
            <a:r>
              <a:rPr lang="en-US" sz="2400" dirty="0" err="1"/>
              <a:t>int</a:t>
            </a:r>
            <a:r>
              <a:rPr lang="en-US" sz="2400" dirty="0"/>
              <a:t>* </a:t>
            </a:r>
            <a:r>
              <a:rPr lang="en-US" sz="2400" dirty="0" err="1"/>
              <a:t>ptr_to_var</a:t>
            </a:r>
            <a:r>
              <a:rPr lang="en-US" sz="2400" dirty="0"/>
              <a:t> = &amp;</a:t>
            </a:r>
            <a:r>
              <a:rPr lang="en-US" sz="2400" dirty="0" err="1" smtClean="0"/>
              <a:t>var</a:t>
            </a:r>
            <a:r>
              <a:rPr lang="en-US" sz="2400" dirty="0" smtClean="0"/>
              <a:t>;</a:t>
            </a:r>
          </a:p>
          <a:p>
            <a:pPr>
              <a:lnSpc>
                <a:spcPct val="120000"/>
              </a:lnSpc>
              <a:spcBef>
                <a:spcPts val="0"/>
              </a:spcBef>
              <a:spcAft>
                <a:spcPts val="0"/>
              </a:spcAft>
            </a:pPr>
            <a:r>
              <a:rPr lang="en-US" sz="2400" dirty="0" smtClean="0"/>
              <a:t>    </a:t>
            </a:r>
            <a:r>
              <a:rPr lang="en-US" sz="2400" dirty="0" err="1"/>
              <a:t>cout</a:t>
            </a:r>
            <a:r>
              <a:rPr lang="en-US" sz="2400" dirty="0"/>
              <a:t> &lt;&lt; "Returning a Reference " &lt;&lt; </a:t>
            </a:r>
            <a:r>
              <a:rPr lang="en-US" sz="2400" dirty="0" err="1"/>
              <a:t>endl</a:t>
            </a:r>
            <a:r>
              <a:rPr lang="en-US" sz="2400" dirty="0" smtClean="0"/>
              <a:t>;</a:t>
            </a:r>
            <a:endParaRPr lang="en-US" sz="2400" dirty="0"/>
          </a:p>
          <a:p>
            <a:pPr>
              <a:lnSpc>
                <a:spcPct val="120000"/>
              </a:lnSpc>
              <a:spcBef>
                <a:spcPts val="0"/>
              </a:spcBef>
              <a:spcAft>
                <a:spcPts val="0"/>
              </a:spcAft>
            </a:pPr>
            <a:r>
              <a:rPr lang="en-US" sz="2400" dirty="0"/>
              <a:t>   </a:t>
            </a:r>
            <a:r>
              <a:rPr lang="en-US" sz="2400" dirty="0" smtClean="0"/>
              <a:t> </a:t>
            </a:r>
            <a:r>
              <a:rPr lang="en-US" sz="2400" dirty="0" err="1" smtClean="0"/>
              <a:t>cout</a:t>
            </a:r>
            <a:r>
              <a:rPr lang="en-US" sz="2400" dirty="0" smtClean="0"/>
              <a:t> </a:t>
            </a:r>
            <a:r>
              <a:rPr lang="en-US" sz="2400" dirty="0"/>
              <a:t>&lt;&lt; "Before :" &lt;&lt; *</a:t>
            </a:r>
            <a:r>
              <a:rPr lang="en-US" sz="2400" dirty="0" err="1"/>
              <a:t>ptr_to_var</a:t>
            </a:r>
            <a:r>
              <a:rPr lang="en-US" sz="2400" dirty="0"/>
              <a:t> &lt;&lt; </a:t>
            </a:r>
            <a:r>
              <a:rPr lang="en-US" sz="2400" dirty="0" err="1"/>
              <a:t>endl</a:t>
            </a:r>
            <a:r>
              <a:rPr lang="en-US" sz="2400" dirty="0"/>
              <a:t>; // display </a:t>
            </a:r>
            <a:r>
              <a:rPr lang="en-US" sz="2400" dirty="0" smtClean="0"/>
              <a:t>23</a:t>
            </a:r>
            <a:endParaRPr lang="en-US" sz="2400" dirty="0"/>
          </a:p>
          <a:p>
            <a:pPr>
              <a:lnSpc>
                <a:spcPct val="120000"/>
              </a:lnSpc>
              <a:spcBef>
                <a:spcPts val="0"/>
              </a:spcBef>
              <a:spcAft>
                <a:spcPts val="0"/>
              </a:spcAft>
            </a:pPr>
            <a:r>
              <a:rPr lang="en-US" sz="2400" dirty="0"/>
              <a:t>    </a:t>
            </a:r>
            <a:r>
              <a:rPr lang="en-US" sz="2400" dirty="0" err="1" smtClean="0"/>
              <a:t>ptr_to_var</a:t>
            </a:r>
            <a:r>
              <a:rPr lang="en-US" sz="2400" dirty="0" smtClean="0"/>
              <a:t> = &amp;</a:t>
            </a:r>
            <a:r>
              <a:rPr lang="en-US" sz="2400" dirty="0" err="1" smtClean="0"/>
              <a:t>ReturnReference</a:t>
            </a:r>
            <a:r>
              <a:rPr lang="en-US" sz="2400" dirty="0" smtClean="0"/>
              <a:t>();</a:t>
            </a:r>
            <a:endParaRPr lang="en-US" sz="2400" dirty="0"/>
          </a:p>
          <a:p>
            <a:pPr>
              <a:lnSpc>
                <a:spcPct val="120000"/>
              </a:lnSpc>
              <a:spcBef>
                <a:spcPts val="0"/>
              </a:spcBef>
              <a:spcAft>
                <a:spcPts val="0"/>
              </a:spcAft>
            </a:pPr>
            <a:r>
              <a:rPr lang="en-US" sz="2400" dirty="0"/>
              <a:t>    </a:t>
            </a:r>
            <a:r>
              <a:rPr lang="en-US" sz="2400" dirty="0" err="1"/>
              <a:t>cout</a:t>
            </a:r>
            <a:r>
              <a:rPr lang="en-US" sz="2400" dirty="0"/>
              <a:t> &lt;&lt; "After :" &lt;&lt; *</a:t>
            </a:r>
            <a:r>
              <a:rPr lang="en-US" sz="2400" dirty="0" err="1"/>
              <a:t>ptr_to_var</a:t>
            </a:r>
            <a:r>
              <a:rPr lang="en-US" sz="2400" dirty="0"/>
              <a:t> &lt;&lt; </a:t>
            </a:r>
            <a:r>
              <a:rPr lang="en-US" sz="2400" dirty="0" err="1"/>
              <a:t>endl</a:t>
            </a:r>
            <a:r>
              <a:rPr lang="en-US" sz="2400" dirty="0"/>
              <a:t>; // display </a:t>
            </a:r>
            <a:r>
              <a:rPr lang="en-US" sz="2400" dirty="0" smtClean="0"/>
              <a:t>42</a:t>
            </a:r>
            <a:endParaRPr lang="en-US" sz="2400" dirty="0"/>
          </a:p>
          <a:p>
            <a:pPr>
              <a:lnSpc>
                <a:spcPct val="120000"/>
              </a:lnSpc>
              <a:spcBef>
                <a:spcPts val="0"/>
              </a:spcBef>
              <a:spcAft>
                <a:spcPts val="0"/>
              </a:spcAft>
            </a:pPr>
            <a:r>
              <a:rPr lang="en-US" sz="2400" dirty="0"/>
              <a:t>    return 0;</a:t>
            </a:r>
          </a:p>
          <a:p>
            <a:pPr>
              <a:lnSpc>
                <a:spcPct val="120000"/>
              </a:lnSpc>
              <a:spcBef>
                <a:spcPts val="0"/>
              </a:spcBef>
              <a:spcAft>
                <a:spcPts val="0"/>
              </a:spcAft>
            </a:pPr>
            <a:r>
              <a:rPr lang="en-US" sz="2400" dirty="0"/>
              <a:t>}</a:t>
            </a:r>
          </a:p>
        </p:txBody>
      </p:sp>
      <p:sp>
        <p:nvSpPr>
          <p:cNvPr id="4" name="Date Placeholder 3"/>
          <p:cNvSpPr>
            <a:spLocks noGrp="1"/>
          </p:cNvSpPr>
          <p:nvPr>
            <p:ph type="dt" sz="half" idx="10"/>
          </p:nvPr>
        </p:nvSpPr>
        <p:spPr/>
        <p:txBody>
          <a:bodyPr/>
          <a:lstStyle/>
          <a:p>
            <a:fld id="{CDA1EF88-B3FC-4741-B032-23B1DA66FE0B}" type="datetime1">
              <a:rPr lang="en-US" smtClean="0"/>
              <a:t>8/31/2023</a:t>
            </a:fld>
            <a:endParaRPr lang="en-US"/>
          </a:p>
        </p:txBody>
      </p:sp>
      <p:sp>
        <p:nvSpPr>
          <p:cNvPr id="5" name="Footer Placeholder 4"/>
          <p:cNvSpPr>
            <a:spLocks noGrp="1"/>
          </p:cNvSpPr>
          <p:nvPr>
            <p:ph type="ftr" sz="quarter" idx="11"/>
          </p:nvPr>
        </p:nvSpPr>
        <p:spPr/>
        <p:txBody>
          <a:bodyPr/>
          <a:lstStyle/>
          <a:p>
            <a:r>
              <a:rPr lang="en-US" smtClean="0"/>
              <a:t>Ms Anosha Khan</a:t>
            </a:r>
            <a:endParaRPr lang="en-US"/>
          </a:p>
        </p:txBody>
      </p:sp>
      <p:sp>
        <p:nvSpPr>
          <p:cNvPr id="6" name="Slide Number Placeholder 5"/>
          <p:cNvSpPr>
            <a:spLocks noGrp="1"/>
          </p:cNvSpPr>
          <p:nvPr>
            <p:ph type="sldNum" sz="quarter" idx="12"/>
          </p:nvPr>
        </p:nvSpPr>
        <p:spPr/>
        <p:txBody>
          <a:bodyPr/>
          <a:lstStyle/>
          <a:p>
            <a:fld id="{BDCF7F6F-AAF4-4081-9FBA-A16679D15015}" type="slidenum">
              <a:rPr lang="en-US" smtClean="0"/>
              <a:t>6</a:t>
            </a:fld>
            <a:endParaRPr lang="en-US"/>
          </a:p>
        </p:txBody>
      </p:sp>
    </p:spTree>
    <p:extLst>
      <p:ext uri="{BB962C8B-B14F-4D97-AF65-F5344CB8AC3E}">
        <p14:creationId xmlns:p14="http://schemas.microsoft.com/office/powerpoint/2010/main" val="237981434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C++ Pointer to Pointer (Multiple Indirection</a:t>
            </a:r>
            <a:r>
              <a:rPr lang="en-US" b="1" dirty="0" smtClean="0"/>
              <a:t>)</a:t>
            </a:r>
            <a:endParaRPr lang="en-US" b="1" dirty="0"/>
          </a:p>
        </p:txBody>
      </p:sp>
      <p:sp>
        <p:nvSpPr>
          <p:cNvPr id="3" name="Content Placeholder 2"/>
          <p:cNvSpPr>
            <a:spLocks noGrp="1"/>
          </p:cNvSpPr>
          <p:nvPr>
            <p:ph idx="1"/>
          </p:nvPr>
        </p:nvSpPr>
        <p:spPr>
          <a:xfrm>
            <a:off x="1097280" y="1845733"/>
            <a:ext cx="10421430" cy="4473179"/>
          </a:xfrm>
        </p:spPr>
        <p:txBody>
          <a:bodyPr>
            <a:normAutofit/>
          </a:bodyPr>
          <a:lstStyle/>
          <a:p>
            <a:r>
              <a:rPr lang="en-US" sz="2400" dirty="0"/>
              <a:t>A pointer to a pointer is a form of multiple indirection or a chain of pointers. Normally, a pointer contains the address of a variable. When we define a pointer to a pointer, the first pointer contains the address of the second pointer, which points to the location that contains the actual value as shown below</a:t>
            </a:r>
            <a:r>
              <a:rPr lang="en-US" sz="2400" dirty="0" smtClean="0"/>
              <a:t>.</a:t>
            </a:r>
          </a:p>
          <a:p>
            <a:endParaRPr lang="en-US" sz="2400" dirty="0" smtClean="0"/>
          </a:p>
          <a:p>
            <a:endParaRPr lang="en-US" sz="2400" dirty="0"/>
          </a:p>
          <a:p>
            <a:endParaRPr lang="en-US" sz="2400" dirty="0" smtClean="0"/>
          </a:p>
          <a:p>
            <a:endParaRPr lang="en-US" sz="2400" dirty="0"/>
          </a:p>
          <a:p>
            <a:r>
              <a:rPr lang="en-US" sz="2400" dirty="0" smtClean="0"/>
              <a:t>Declaration </a:t>
            </a:r>
            <a:r>
              <a:rPr lang="en-US" sz="2400" dirty="0"/>
              <a:t>to declare a pointer to a pointer of type </a:t>
            </a:r>
            <a:r>
              <a:rPr lang="en-US" sz="2400" dirty="0" err="1"/>
              <a:t>int</a:t>
            </a:r>
            <a:r>
              <a:rPr lang="en-US" sz="2400" dirty="0"/>
              <a:t> </a:t>
            </a:r>
            <a:r>
              <a:rPr lang="en-US" sz="2400" dirty="0" smtClean="0"/>
              <a:t>−</a:t>
            </a:r>
            <a:endParaRPr lang="en-US" sz="2400" dirty="0"/>
          </a:p>
          <a:p>
            <a:r>
              <a:rPr lang="en-US" sz="2400" b="1" dirty="0" smtClean="0"/>
              <a:t>                   </a:t>
            </a:r>
            <a:r>
              <a:rPr lang="en-US" sz="2400" b="1" dirty="0" err="1" smtClean="0"/>
              <a:t>int</a:t>
            </a:r>
            <a:r>
              <a:rPr lang="en-US" sz="2400" b="1" dirty="0" smtClean="0"/>
              <a:t> </a:t>
            </a:r>
            <a:r>
              <a:rPr lang="en-US" sz="2400" b="1" dirty="0"/>
              <a:t>**</a:t>
            </a:r>
            <a:r>
              <a:rPr lang="en-US" sz="2400" b="1" dirty="0" err="1"/>
              <a:t>var</a:t>
            </a:r>
            <a:r>
              <a:rPr lang="en-US" sz="2400" b="1" dirty="0"/>
              <a:t>;</a:t>
            </a:r>
          </a:p>
        </p:txBody>
      </p:sp>
      <p:sp>
        <p:nvSpPr>
          <p:cNvPr id="4" name="Date Placeholder 3"/>
          <p:cNvSpPr>
            <a:spLocks noGrp="1"/>
          </p:cNvSpPr>
          <p:nvPr>
            <p:ph type="dt" sz="half" idx="10"/>
          </p:nvPr>
        </p:nvSpPr>
        <p:spPr/>
        <p:txBody>
          <a:bodyPr/>
          <a:lstStyle/>
          <a:p>
            <a:fld id="{5579191E-F7F0-43D2-9935-EBC847D09E36}" type="datetime1">
              <a:rPr lang="en-US" smtClean="0"/>
              <a:t>8/31/2023</a:t>
            </a:fld>
            <a:endParaRPr lang="en-US"/>
          </a:p>
        </p:txBody>
      </p:sp>
      <p:sp>
        <p:nvSpPr>
          <p:cNvPr id="5" name="Footer Placeholder 4"/>
          <p:cNvSpPr>
            <a:spLocks noGrp="1"/>
          </p:cNvSpPr>
          <p:nvPr>
            <p:ph type="ftr" sz="quarter" idx="11"/>
          </p:nvPr>
        </p:nvSpPr>
        <p:spPr/>
        <p:txBody>
          <a:bodyPr/>
          <a:lstStyle/>
          <a:p>
            <a:r>
              <a:rPr lang="en-US" smtClean="0"/>
              <a:t>Ms Anosha Khan</a:t>
            </a:r>
            <a:endParaRPr lang="en-US"/>
          </a:p>
        </p:txBody>
      </p:sp>
      <p:sp>
        <p:nvSpPr>
          <p:cNvPr id="6" name="Slide Number Placeholder 5"/>
          <p:cNvSpPr>
            <a:spLocks noGrp="1"/>
          </p:cNvSpPr>
          <p:nvPr>
            <p:ph type="sldNum" sz="quarter" idx="12"/>
          </p:nvPr>
        </p:nvSpPr>
        <p:spPr/>
        <p:txBody>
          <a:bodyPr/>
          <a:lstStyle/>
          <a:p>
            <a:fld id="{BDCF7F6F-AAF4-4081-9FBA-A16679D15015}" type="slidenum">
              <a:rPr lang="en-US" smtClean="0"/>
              <a:t>7</a:t>
            </a:fld>
            <a:endParaRPr lang="en-US"/>
          </a:p>
        </p:txBody>
      </p:sp>
      <p:pic>
        <p:nvPicPr>
          <p:cNvPr id="1026" name="Picture 2" descr="C++ Pointer to Point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4334" y="3243368"/>
            <a:ext cx="8375417" cy="13149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214393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 Pointer to Pointer (Multiple Indirection)</a:t>
            </a:r>
            <a:endParaRPr lang="en-US" dirty="0"/>
          </a:p>
        </p:txBody>
      </p:sp>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fld id="{C0614AC2-984D-46EF-AC38-82FFCC632D94}" type="datetime1">
              <a:rPr lang="en-US" smtClean="0"/>
              <a:t>8/31/2023</a:t>
            </a:fld>
            <a:endParaRPr lang="en-US"/>
          </a:p>
        </p:txBody>
      </p:sp>
      <p:sp>
        <p:nvSpPr>
          <p:cNvPr id="5" name="Footer Placeholder 4"/>
          <p:cNvSpPr>
            <a:spLocks noGrp="1"/>
          </p:cNvSpPr>
          <p:nvPr>
            <p:ph type="ftr" sz="quarter" idx="11"/>
          </p:nvPr>
        </p:nvSpPr>
        <p:spPr/>
        <p:txBody>
          <a:bodyPr/>
          <a:lstStyle/>
          <a:p>
            <a:r>
              <a:rPr lang="en-US" smtClean="0"/>
              <a:t>Ms Anosha Khan</a:t>
            </a:r>
            <a:endParaRPr lang="en-US"/>
          </a:p>
        </p:txBody>
      </p:sp>
      <p:sp>
        <p:nvSpPr>
          <p:cNvPr id="6" name="Slide Number Placeholder 5"/>
          <p:cNvSpPr>
            <a:spLocks noGrp="1"/>
          </p:cNvSpPr>
          <p:nvPr>
            <p:ph type="sldNum" sz="quarter" idx="12"/>
          </p:nvPr>
        </p:nvSpPr>
        <p:spPr/>
        <p:txBody>
          <a:bodyPr/>
          <a:lstStyle/>
          <a:p>
            <a:fld id="{BDCF7F6F-AAF4-4081-9FBA-A16679D15015}" type="slidenum">
              <a:rPr lang="en-US" smtClean="0"/>
              <a:t>8</a:t>
            </a:fld>
            <a:endParaRPr lang="en-US"/>
          </a:p>
        </p:txBody>
      </p:sp>
      <p:pic>
        <p:nvPicPr>
          <p:cNvPr id="2050" name="Picture 2" descr="https://media.geeksforgeeks.org/wp-content/cdn-uploads/Double-Pointer-in-C.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0859" y="2054122"/>
            <a:ext cx="8239599" cy="40889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530506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96333" y="286603"/>
            <a:ext cx="4716149" cy="1450757"/>
          </a:xfrm>
        </p:spPr>
        <p:txBody>
          <a:bodyPr/>
          <a:lstStyle/>
          <a:p>
            <a:r>
              <a:rPr lang="en-US" dirty="0" smtClean="0"/>
              <a:t>Code</a:t>
            </a:r>
            <a:endParaRPr lang="en-US" dirty="0"/>
          </a:p>
        </p:txBody>
      </p:sp>
      <p:sp>
        <p:nvSpPr>
          <p:cNvPr id="3" name="Content Placeholder 2"/>
          <p:cNvSpPr>
            <a:spLocks noGrp="1"/>
          </p:cNvSpPr>
          <p:nvPr>
            <p:ph idx="1"/>
          </p:nvPr>
        </p:nvSpPr>
        <p:spPr>
          <a:xfrm>
            <a:off x="341194" y="286603"/>
            <a:ext cx="10814486" cy="6538307"/>
          </a:xfrm>
        </p:spPr>
        <p:txBody>
          <a:bodyPr>
            <a:noAutofit/>
          </a:bodyPr>
          <a:lstStyle/>
          <a:p>
            <a:pPr>
              <a:lnSpc>
                <a:spcPct val="120000"/>
              </a:lnSpc>
              <a:spcBef>
                <a:spcPts val="0"/>
              </a:spcBef>
              <a:spcAft>
                <a:spcPts val="0"/>
              </a:spcAft>
            </a:pPr>
            <a:r>
              <a:rPr lang="en-US" dirty="0"/>
              <a:t>#include &lt;</a:t>
            </a:r>
            <a:r>
              <a:rPr lang="en-US" dirty="0" err="1"/>
              <a:t>iostream</a:t>
            </a:r>
            <a:r>
              <a:rPr lang="en-US" dirty="0" smtClean="0"/>
              <a:t>&gt;</a:t>
            </a:r>
            <a:endParaRPr lang="en-US" dirty="0"/>
          </a:p>
          <a:p>
            <a:pPr>
              <a:lnSpc>
                <a:spcPct val="120000"/>
              </a:lnSpc>
              <a:spcBef>
                <a:spcPts val="0"/>
              </a:spcBef>
              <a:spcAft>
                <a:spcPts val="0"/>
              </a:spcAft>
            </a:pPr>
            <a:r>
              <a:rPr lang="en-US" dirty="0"/>
              <a:t>using namespace </a:t>
            </a:r>
            <a:r>
              <a:rPr lang="en-US" dirty="0" err="1"/>
              <a:t>std</a:t>
            </a:r>
            <a:r>
              <a:rPr lang="en-US" dirty="0" smtClean="0"/>
              <a:t>;</a:t>
            </a:r>
            <a:endParaRPr lang="en-US" dirty="0"/>
          </a:p>
          <a:p>
            <a:pPr>
              <a:lnSpc>
                <a:spcPct val="120000"/>
              </a:lnSpc>
              <a:spcBef>
                <a:spcPts val="0"/>
              </a:spcBef>
              <a:spcAft>
                <a:spcPts val="0"/>
              </a:spcAft>
            </a:pPr>
            <a:r>
              <a:rPr lang="en-US" dirty="0" err="1"/>
              <a:t>int</a:t>
            </a:r>
            <a:r>
              <a:rPr lang="en-US" dirty="0"/>
              <a:t> main() {</a:t>
            </a:r>
          </a:p>
          <a:p>
            <a:pPr>
              <a:lnSpc>
                <a:spcPct val="120000"/>
              </a:lnSpc>
              <a:spcBef>
                <a:spcPts val="0"/>
              </a:spcBef>
              <a:spcAft>
                <a:spcPts val="0"/>
              </a:spcAft>
            </a:pPr>
            <a:r>
              <a:rPr lang="en-US" dirty="0" err="1"/>
              <a:t>int</a:t>
            </a:r>
            <a:r>
              <a:rPr lang="en-US" dirty="0"/>
              <a:t>  </a:t>
            </a:r>
            <a:r>
              <a:rPr lang="en-US" dirty="0" err="1"/>
              <a:t>var</a:t>
            </a:r>
            <a:r>
              <a:rPr lang="en-US" dirty="0"/>
              <a:t>;</a:t>
            </a:r>
          </a:p>
          <a:p>
            <a:pPr>
              <a:lnSpc>
                <a:spcPct val="120000"/>
              </a:lnSpc>
              <a:spcBef>
                <a:spcPts val="0"/>
              </a:spcBef>
              <a:spcAft>
                <a:spcPts val="0"/>
              </a:spcAft>
            </a:pPr>
            <a:r>
              <a:rPr lang="en-US" dirty="0" err="1"/>
              <a:t>int</a:t>
            </a:r>
            <a:r>
              <a:rPr lang="en-US" dirty="0"/>
              <a:t>* </a:t>
            </a:r>
            <a:r>
              <a:rPr lang="en-US" dirty="0" err="1"/>
              <a:t>ptr</a:t>
            </a:r>
            <a:r>
              <a:rPr lang="en-US" dirty="0"/>
              <a:t>;</a:t>
            </a:r>
          </a:p>
          <a:p>
            <a:pPr>
              <a:lnSpc>
                <a:spcPct val="120000"/>
              </a:lnSpc>
              <a:spcBef>
                <a:spcPts val="0"/>
              </a:spcBef>
              <a:spcAft>
                <a:spcPts val="0"/>
              </a:spcAft>
            </a:pPr>
            <a:r>
              <a:rPr lang="en-US" dirty="0" err="1"/>
              <a:t>int</a:t>
            </a:r>
            <a:r>
              <a:rPr lang="en-US" dirty="0"/>
              <a:t>** </a:t>
            </a:r>
            <a:r>
              <a:rPr lang="en-US" dirty="0" err="1"/>
              <a:t>pptr</a:t>
            </a:r>
            <a:r>
              <a:rPr lang="en-US" dirty="0"/>
              <a:t>;</a:t>
            </a:r>
          </a:p>
          <a:p>
            <a:pPr>
              <a:lnSpc>
                <a:spcPct val="120000"/>
              </a:lnSpc>
              <a:spcBef>
                <a:spcPts val="0"/>
              </a:spcBef>
              <a:spcAft>
                <a:spcPts val="0"/>
              </a:spcAft>
            </a:pPr>
            <a:r>
              <a:rPr lang="en-US" dirty="0" err="1"/>
              <a:t>var</a:t>
            </a:r>
            <a:r>
              <a:rPr lang="en-US" dirty="0"/>
              <a:t> = 3000;</a:t>
            </a:r>
          </a:p>
          <a:p>
            <a:pPr>
              <a:lnSpc>
                <a:spcPct val="120000"/>
              </a:lnSpc>
              <a:spcBef>
                <a:spcPts val="0"/>
              </a:spcBef>
              <a:spcAft>
                <a:spcPts val="0"/>
              </a:spcAft>
            </a:pPr>
            <a:r>
              <a:rPr lang="en-US" dirty="0"/>
              <a:t>// take the address of </a:t>
            </a:r>
            <a:r>
              <a:rPr lang="en-US" dirty="0" err="1"/>
              <a:t>var</a:t>
            </a:r>
            <a:endParaRPr lang="en-US" dirty="0"/>
          </a:p>
          <a:p>
            <a:pPr>
              <a:lnSpc>
                <a:spcPct val="120000"/>
              </a:lnSpc>
              <a:spcBef>
                <a:spcPts val="0"/>
              </a:spcBef>
              <a:spcAft>
                <a:spcPts val="0"/>
              </a:spcAft>
            </a:pPr>
            <a:r>
              <a:rPr lang="en-US" dirty="0" err="1"/>
              <a:t>ptr</a:t>
            </a:r>
            <a:r>
              <a:rPr lang="en-US" dirty="0"/>
              <a:t> = &amp;</a:t>
            </a:r>
            <a:r>
              <a:rPr lang="en-US" dirty="0" err="1"/>
              <a:t>var</a:t>
            </a:r>
            <a:r>
              <a:rPr lang="en-US" dirty="0"/>
              <a:t>;</a:t>
            </a:r>
          </a:p>
          <a:p>
            <a:pPr>
              <a:lnSpc>
                <a:spcPct val="120000"/>
              </a:lnSpc>
              <a:spcBef>
                <a:spcPts val="0"/>
              </a:spcBef>
              <a:spcAft>
                <a:spcPts val="0"/>
              </a:spcAft>
            </a:pPr>
            <a:r>
              <a:rPr lang="en-US" dirty="0"/>
              <a:t>// take the address of </a:t>
            </a:r>
            <a:r>
              <a:rPr lang="en-US" dirty="0" err="1"/>
              <a:t>ptr</a:t>
            </a:r>
            <a:r>
              <a:rPr lang="en-US" dirty="0"/>
              <a:t> using address of operator &amp;</a:t>
            </a:r>
          </a:p>
          <a:p>
            <a:pPr>
              <a:lnSpc>
                <a:spcPct val="120000"/>
              </a:lnSpc>
              <a:spcBef>
                <a:spcPts val="0"/>
              </a:spcBef>
              <a:spcAft>
                <a:spcPts val="0"/>
              </a:spcAft>
            </a:pPr>
            <a:r>
              <a:rPr lang="en-US" dirty="0" err="1"/>
              <a:t>pptr</a:t>
            </a:r>
            <a:r>
              <a:rPr lang="en-US" dirty="0"/>
              <a:t> = &amp;</a:t>
            </a:r>
            <a:r>
              <a:rPr lang="en-US" dirty="0" err="1"/>
              <a:t>ptr</a:t>
            </a:r>
            <a:r>
              <a:rPr lang="en-US" dirty="0"/>
              <a:t>;</a:t>
            </a:r>
          </a:p>
          <a:p>
            <a:pPr>
              <a:lnSpc>
                <a:spcPct val="120000"/>
              </a:lnSpc>
              <a:spcBef>
                <a:spcPts val="0"/>
              </a:spcBef>
              <a:spcAft>
                <a:spcPts val="0"/>
              </a:spcAft>
            </a:pPr>
            <a:r>
              <a:rPr lang="en-US" dirty="0"/>
              <a:t>// take the value using </a:t>
            </a:r>
            <a:r>
              <a:rPr lang="en-US" dirty="0" err="1"/>
              <a:t>pptr</a:t>
            </a:r>
            <a:endParaRPr lang="en-US" dirty="0"/>
          </a:p>
          <a:p>
            <a:pPr>
              <a:lnSpc>
                <a:spcPct val="120000"/>
              </a:lnSpc>
              <a:spcBef>
                <a:spcPts val="0"/>
              </a:spcBef>
              <a:spcAft>
                <a:spcPts val="0"/>
              </a:spcAft>
            </a:pPr>
            <a:r>
              <a:rPr lang="en-US" dirty="0" err="1"/>
              <a:t>cout</a:t>
            </a:r>
            <a:r>
              <a:rPr lang="en-US" dirty="0"/>
              <a:t> &lt;&lt; "Value of </a:t>
            </a:r>
            <a:r>
              <a:rPr lang="en-US" dirty="0" err="1"/>
              <a:t>var</a:t>
            </a:r>
            <a:r>
              <a:rPr lang="en-US" dirty="0"/>
              <a:t> :" &lt;&lt; </a:t>
            </a:r>
            <a:r>
              <a:rPr lang="en-US" dirty="0" err="1"/>
              <a:t>var</a:t>
            </a:r>
            <a:r>
              <a:rPr lang="en-US" dirty="0"/>
              <a:t> &lt;&lt; </a:t>
            </a:r>
            <a:r>
              <a:rPr lang="en-US" dirty="0" err="1"/>
              <a:t>endl</a:t>
            </a:r>
            <a:r>
              <a:rPr lang="en-US" dirty="0"/>
              <a:t>;</a:t>
            </a:r>
          </a:p>
          <a:p>
            <a:pPr>
              <a:lnSpc>
                <a:spcPct val="120000"/>
              </a:lnSpc>
              <a:spcBef>
                <a:spcPts val="0"/>
              </a:spcBef>
              <a:spcAft>
                <a:spcPts val="0"/>
              </a:spcAft>
            </a:pPr>
            <a:r>
              <a:rPr lang="en-US" dirty="0" err="1"/>
              <a:t>cout</a:t>
            </a:r>
            <a:r>
              <a:rPr lang="en-US" dirty="0"/>
              <a:t> &lt;&lt; "Value available at *</a:t>
            </a:r>
            <a:r>
              <a:rPr lang="en-US" dirty="0" err="1"/>
              <a:t>ptr</a:t>
            </a:r>
            <a:r>
              <a:rPr lang="en-US" dirty="0"/>
              <a:t> :" &lt;&lt; *</a:t>
            </a:r>
            <a:r>
              <a:rPr lang="en-US" dirty="0" err="1"/>
              <a:t>ptr</a:t>
            </a:r>
            <a:r>
              <a:rPr lang="en-US" dirty="0"/>
              <a:t> &lt;&lt; </a:t>
            </a:r>
            <a:r>
              <a:rPr lang="en-US" dirty="0" err="1"/>
              <a:t>endl</a:t>
            </a:r>
            <a:r>
              <a:rPr lang="en-US" dirty="0"/>
              <a:t>;</a:t>
            </a:r>
          </a:p>
          <a:p>
            <a:pPr>
              <a:lnSpc>
                <a:spcPct val="120000"/>
              </a:lnSpc>
              <a:spcBef>
                <a:spcPts val="0"/>
              </a:spcBef>
              <a:spcAft>
                <a:spcPts val="0"/>
              </a:spcAft>
            </a:pPr>
            <a:r>
              <a:rPr lang="en-US" dirty="0" err="1"/>
              <a:t>cout</a:t>
            </a:r>
            <a:r>
              <a:rPr lang="en-US" dirty="0"/>
              <a:t> &lt;&lt; "Value available at **</a:t>
            </a:r>
            <a:r>
              <a:rPr lang="en-US" dirty="0" err="1"/>
              <a:t>pptr</a:t>
            </a:r>
            <a:r>
              <a:rPr lang="en-US" dirty="0"/>
              <a:t> :" &lt;&lt; **</a:t>
            </a:r>
            <a:r>
              <a:rPr lang="en-US" dirty="0" err="1"/>
              <a:t>pptr</a:t>
            </a:r>
            <a:r>
              <a:rPr lang="en-US" dirty="0"/>
              <a:t> &lt;&lt; </a:t>
            </a:r>
            <a:r>
              <a:rPr lang="en-US" dirty="0" err="1"/>
              <a:t>endl</a:t>
            </a:r>
            <a:r>
              <a:rPr lang="en-US" dirty="0"/>
              <a:t>;</a:t>
            </a:r>
          </a:p>
          <a:p>
            <a:pPr>
              <a:lnSpc>
                <a:spcPct val="120000"/>
              </a:lnSpc>
              <a:spcBef>
                <a:spcPts val="0"/>
              </a:spcBef>
              <a:spcAft>
                <a:spcPts val="0"/>
              </a:spcAft>
            </a:pPr>
            <a:r>
              <a:rPr lang="en-US" dirty="0"/>
              <a:t>return 0;</a:t>
            </a:r>
          </a:p>
          <a:p>
            <a:pPr>
              <a:lnSpc>
                <a:spcPct val="120000"/>
              </a:lnSpc>
              <a:spcBef>
                <a:spcPts val="0"/>
              </a:spcBef>
              <a:spcAft>
                <a:spcPts val="0"/>
              </a:spcAft>
            </a:pPr>
            <a:r>
              <a:rPr lang="en-US" dirty="0"/>
              <a:t>}</a:t>
            </a:r>
          </a:p>
        </p:txBody>
      </p:sp>
      <p:sp>
        <p:nvSpPr>
          <p:cNvPr id="4" name="Date Placeholder 3"/>
          <p:cNvSpPr>
            <a:spLocks noGrp="1"/>
          </p:cNvSpPr>
          <p:nvPr>
            <p:ph type="dt" sz="half" idx="10"/>
          </p:nvPr>
        </p:nvSpPr>
        <p:spPr/>
        <p:txBody>
          <a:bodyPr/>
          <a:lstStyle/>
          <a:p>
            <a:fld id="{B071623C-67F6-4511-9765-0F1015644336}" type="datetime1">
              <a:rPr lang="en-US" smtClean="0"/>
              <a:t>8/31/2023</a:t>
            </a:fld>
            <a:endParaRPr lang="en-US"/>
          </a:p>
        </p:txBody>
      </p:sp>
      <p:sp>
        <p:nvSpPr>
          <p:cNvPr id="5" name="Footer Placeholder 4"/>
          <p:cNvSpPr>
            <a:spLocks noGrp="1"/>
          </p:cNvSpPr>
          <p:nvPr>
            <p:ph type="ftr" sz="quarter" idx="11"/>
          </p:nvPr>
        </p:nvSpPr>
        <p:spPr/>
        <p:txBody>
          <a:bodyPr/>
          <a:lstStyle/>
          <a:p>
            <a:r>
              <a:rPr lang="en-US" smtClean="0"/>
              <a:t>Ms Anosha Khan</a:t>
            </a:r>
            <a:endParaRPr lang="en-US"/>
          </a:p>
        </p:txBody>
      </p:sp>
      <p:sp>
        <p:nvSpPr>
          <p:cNvPr id="6" name="Slide Number Placeholder 5"/>
          <p:cNvSpPr>
            <a:spLocks noGrp="1"/>
          </p:cNvSpPr>
          <p:nvPr>
            <p:ph type="sldNum" sz="quarter" idx="12"/>
          </p:nvPr>
        </p:nvSpPr>
        <p:spPr/>
        <p:txBody>
          <a:bodyPr/>
          <a:lstStyle/>
          <a:p>
            <a:fld id="{BDCF7F6F-AAF4-4081-9FBA-A16679D15015}" type="slidenum">
              <a:rPr lang="en-US" smtClean="0"/>
              <a:t>9</a:t>
            </a:fld>
            <a:endParaRPr lang="en-US"/>
          </a:p>
        </p:txBody>
      </p:sp>
    </p:spTree>
    <p:extLst>
      <p:ext uri="{BB962C8B-B14F-4D97-AF65-F5344CB8AC3E}">
        <p14:creationId xmlns:p14="http://schemas.microsoft.com/office/powerpoint/2010/main" val="6742380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5469" y="592056"/>
            <a:ext cx="10412996" cy="1131861"/>
          </a:xfrm>
        </p:spPr>
        <p:txBody>
          <a:bodyPr/>
          <a:lstStyle/>
          <a:p>
            <a:r>
              <a:rPr lang="en-US" dirty="0"/>
              <a:t>Pointers to 2D array</a:t>
            </a:r>
          </a:p>
        </p:txBody>
      </p:sp>
      <p:sp>
        <p:nvSpPr>
          <p:cNvPr id="7" name="Rectangle 6"/>
          <p:cNvSpPr/>
          <p:nvPr/>
        </p:nvSpPr>
        <p:spPr>
          <a:xfrm>
            <a:off x="1105470" y="2552869"/>
            <a:ext cx="8911687" cy="707886"/>
          </a:xfrm>
          <a:prstGeom prst="rect">
            <a:avLst/>
          </a:prstGeom>
        </p:spPr>
        <p:txBody>
          <a:bodyPr wrap="square">
            <a:spAutoFit/>
          </a:bodyPr>
          <a:lstStyle/>
          <a:p>
            <a:pPr marL="342900" indent="-342900">
              <a:buFont typeface="Wingdings" panose="05000000000000000000" pitchFamily="2" charset="2"/>
              <a:buChar char="q"/>
            </a:pPr>
            <a:r>
              <a:rPr lang="en-US" sz="2000" dirty="0" err="1">
                <a:latin typeface="+mj-lt"/>
                <a:cs typeface="Times New Roman" panose="02020603050405020304" pitchFamily="18" charset="0"/>
              </a:rPr>
              <a:t>int</a:t>
            </a:r>
            <a:r>
              <a:rPr lang="en-US" sz="2000" dirty="0">
                <a:latin typeface="+mj-lt"/>
                <a:cs typeface="Times New Roman" panose="02020603050405020304" pitchFamily="18" charset="0"/>
              </a:rPr>
              <a:t> </a:t>
            </a:r>
            <a:r>
              <a:rPr lang="en-US" sz="2000" dirty="0" err="1">
                <a:latin typeface="+mj-lt"/>
                <a:cs typeface="Times New Roman" panose="02020603050405020304" pitchFamily="18" charset="0"/>
              </a:rPr>
              <a:t>arr</a:t>
            </a:r>
            <a:r>
              <a:rPr lang="en-US" sz="2000" dirty="0">
                <a:latin typeface="+mj-lt"/>
                <a:cs typeface="Times New Roman" panose="02020603050405020304" pitchFamily="18" charset="0"/>
              </a:rPr>
              <a:t>[3][4] = { {1, 2, 3, 4}, {5, 6, 7, 8}, {9, 10, 11, 12} };</a:t>
            </a:r>
          </a:p>
          <a:p>
            <a:endParaRPr lang="en-US" sz="2000" dirty="0">
              <a:latin typeface="Times New Roman" panose="02020603050405020304" pitchFamily="18" charset="0"/>
              <a:cs typeface="Times New Roman" panose="02020603050405020304" pitchFamily="18" charset="0"/>
            </a:endParaRPr>
          </a:p>
        </p:txBody>
      </p:sp>
      <p:pic>
        <p:nvPicPr>
          <p:cNvPr id="3076" name="Picture 4" descr="https://media.geeksforgeeks.org/wp-content/uploads/Diagram1-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24382" y="1860450"/>
            <a:ext cx="2954644" cy="176047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1105471" y="3786798"/>
            <a:ext cx="10412994" cy="923330"/>
          </a:xfrm>
          <a:prstGeom prst="rect">
            <a:avLst/>
          </a:prstGeom>
        </p:spPr>
        <p:txBody>
          <a:bodyPr wrap="square">
            <a:spAutoFit/>
          </a:bodyPr>
          <a:lstStyle/>
          <a:p>
            <a:r>
              <a:rPr lang="en-US" dirty="0">
                <a:latin typeface="+mj-lt"/>
              </a:rPr>
              <a:t>Since memory in a computer is organized linearly it is not possible to store the 2-D array in rows and columns. The concept of rows and columns is only theoretical, actually, a 2-D array is stored in row-major order </a:t>
            </a:r>
            <a:r>
              <a:rPr lang="en-US" dirty="0" err="1">
                <a:latin typeface="+mj-lt"/>
              </a:rPr>
              <a:t>i.e</a:t>
            </a:r>
            <a:r>
              <a:rPr lang="en-US" dirty="0">
                <a:latin typeface="+mj-lt"/>
              </a:rPr>
              <a:t> rows are placed next to each other. The following figure shows how the above 2-D array will be stored in memory.</a:t>
            </a:r>
          </a:p>
        </p:txBody>
      </p:sp>
      <p:pic>
        <p:nvPicPr>
          <p:cNvPr id="3078" name="Picture 6" descr="https://media.geeksforgeeks.org/wp-content/uploads/Diagram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06777" y="4931930"/>
            <a:ext cx="7418294" cy="1344492"/>
          </a:xfrm>
          <a:prstGeom prst="rect">
            <a:avLst/>
          </a:prstGeom>
          <a:noFill/>
          <a:extLst>
            <a:ext uri="{909E8E84-426E-40DD-AFC4-6F175D3DCCD1}">
              <a14:hiddenFill xmlns:a14="http://schemas.microsoft.com/office/drawing/2010/main">
                <a:solidFill>
                  <a:srgbClr val="FFFFFF"/>
                </a:solidFill>
              </a14:hiddenFill>
            </a:ext>
          </a:extLst>
        </p:spPr>
      </p:pic>
      <p:sp>
        <p:nvSpPr>
          <p:cNvPr id="3" name="Date Placeholder 2"/>
          <p:cNvSpPr>
            <a:spLocks noGrp="1"/>
          </p:cNvSpPr>
          <p:nvPr>
            <p:ph type="dt" sz="half" idx="10"/>
          </p:nvPr>
        </p:nvSpPr>
        <p:spPr/>
        <p:txBody>
          <a:bodyPr/>
          <a:lstStyle/>
          <a:p>
            <a:fld id="{E6CF74EC-CAFF-412F-B980-6FD4C462C920}" type="datetime1">
              <a:rPr lang="en-US" smtClean="0"/>
              <a:t>8/31/2023</a:t>
            </a:fld>
            <a:endParaRPr lang="en-US"/>
          </a:p>
        </p:txBody>
      </p:sp>
      <p:sp>
        <p:nvSpPr>
          <p:cNvPr id="5" name="Footer Placeholder 4"/>
          <p:cNvSpPr>
            <a:spLocks noGrp="1"/>
          </p:cNvSpPr>
          <p:nvPr>
            <p:ph type="ftr" sz="quarter" idx="11"/>
          </p:nvPr>
        </p:nvSpPr>
        <p:spPr/>
        <p:txBody>
          <a:bodyPr/>
          <a:lstStyle/>
          <a:p>
            <a:r>
              <a:rPr lang="en-US" smtClean="0"/>
              <a:t>Ms Anosha Khan</a:t>
            </a:r>
            <a:endParaRPr lang="en-US"/>
          </a:p>
        </p:txBody>
      </p:sp>
      <p:sp>
        <p:nvSpPr>
          <p:cNvPr id="6" name="Slide Number Placeholder 5"/>
          <p:cNvSpPr>
            <a:spLocks noGrp="1"/>
          </p:cNvSpPr>
          <p:nvPr>
            <p:ph type="sldNum" sz="quarter" idx="12"/>
          </p:nvPr>
        </p:nvSpPr>
        <p:spPr/>
        <p:txBody>
          <a:bodyPr/>
          <a:lstStyle/>
          <a:p>
            <a:fld id="{BDCF7F6F-AAF4-4081-9FBA-A16679D15015}" type="slidenum">
              <a:rPr lang="en-US" smtClean="0"/>
              <a:t>10</a:t>
            </a:fld>
            <a:endParaRPr lang="en-US"/>
          </a:p>
        </p:txBody>
      </p:sp>
    </p:spTree>
    <p:extLst>
      <p:ext uri="{BB962C8B-B14F-4D97-AF65-F5344CB8AC3E}">
        <p14:creationId xmlns:p14="http://schemas.microsoft.com/office/powerpoint/2010/main" val="11369097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7285" y="287699"/>
            <a:ext cx="8911687" cy="1280890"/>
          </a:xfrm>
        </p:spPr>
        <p:txBody>
          <a:bodyPr/>
          <a:lstStyle/>
          <a:p>
            <a:r>
              <a:rPr lang="en-US" dirty="0"/>
              <a:t>Pointers to 2D array</a:t>
            </a:r>
          </a:p>
        </p:txBody>
      </p:sp>
      <p:pic>
        <p:nvPicPr>
          <p:cNvPr id="3078" name="Picture 6" descr="https://media.geeksforgeeks.org/wp-content/uploads/Diagram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8688" y="2059443"/>
            <a:ext cx="7418294" cy="1344492"/>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1408688" y="3704314"/>
            <a:ext cx="9016133" cy="1938992"/>
          </a:xfrm>
          <a:prstGeom prst="rect">
            <a:avLst/>
          </a:prstGeom>
        </p:spPr>
        <p:txBody>
          <a:bodyPr wrap="square">
            <a:spAutoFit/>
          </a:bodyPr>
          <a:lstStyle/>
          <a:p>
            <a:r>
              <a:rPr lang="en-US" sz="2400" dirty="0">
                <a:latin typeface="+mj-lt"/>
              </a:rPr>
              <a:t>Each row can be considered as a 1-D array, so a two-dimensional array can be considered as a collection of one-dimensional arrays that are placed one after another.</a:t>
            </a:r>
          </a:p>
          <a:p>
            <a:r>
              <a:rPr lang="en-US" sz="2400" dirty="0"/>
              <a:t>So here </a:t>
            </a:r>
            <a:r>
              <a:rPr lang="en-US" sz="2400" i="1" dirty="0" err="1"/>
              <a:t>arr</a:t>
            </a:r>
            <a:r>
              <a:rPr lang="en-US" sz="2400" dirty="0"/>
              <a:t> is an array of 3 elements where each element is a 1-D array of 4 integers.</a:t>
            </a:r>
            <a:endParaRPr lang="en-US" sz="2400" dirty="0">
              <a:latin typeface="+mj-lt"/>
            </a:endParaRPr>
          </a:p>
        </p:txBody>
      </p:sp>
      <p:sp>
        <p:nvSpPr>
          <p:cNvPr id="4" name="Date Placeholder 3"/>
          <p:cNvSpPr>
            <a:spLocks noGrp="1"/>
          </p:cNvSpPr>
          <p:nvPr>
            <p:ph type="dt" sz="half" idx="10"/>
          </p:nvPr>
        </p:nvSpPr>
        <p:spPr/>
        <p:txBody>
          <a:bodyPr/>
          <a:lstStyle/>
          <a:p>
            <a:fld id="{D104DFA0-BCCD-4370-92CD-125AF4D2954A}" type="datetime1">
              <a:rPr lang="en-US" smtClean="0"/>
              <a:t>8/31/2023</a:t>
            </a:fld>
            <a:endParaRPr lang="en-US"/>
          </a:p>
        </p:txBody>
      </p:sp>
      <p:sp>
        <p:nvSpPr>
          <p:cNvPr id="5" name="Footer Placeholder 4"/>
          <p:cNvSpPr>
            <a:spLocks noGrp="1"/>
          </p:cNvSpPr>
          <p:nvPr>
            <p:ph type="ftr" sz="quarter" idx="11"/>
          </p:nvPr>
        </p:nvSpPr>
        <p:spPr/>
        <p:txBody>
          <a:bodyPr/>
          <a:lstStyle/>
          <a:p>
            <a:r>
              <a:rPr lang="en-US" smtClean="0"/>
              <a:t>Ms Anosha Khan</a:t>
            </a:r>
            <a:endParaRPr lang="en-US"/>
          </a:p>
        </p:txBody>
      </p:sp>
      <p:sp>
        <p:nvSpPr>
          <p:cNvPr id="6" name="Slide Number Placeholder 5"/>
          <p:cNvSpPr>
            <a:spLocks noGrp="1"/>
          </p:cNvSpPr>
          <p:nvPr>
            <p:ph type="sldNum" sz="quarter" idx="12"/>
          </p:nvPr>
        </p:nvSpPr>
        <p:spPr/>
        <p:txBody>
          <a:bodyPr/>
          <a:lstStyle/>
          <a:p>
            <a:fld id="{BDCF7F6F-AAF4-4081-9FBA-A16679D15015}" type="slidenum">
              <a:rPr lang="en-US" smtClean="0"/>
              <a:t>11</a:t>
            </a:fld>
            <a:endParaRPr lang="en-US"/>
          </a:p>
        </p:txBody>
      </p:sp>
    </p:spTree>
    <p:extLst>
      <p:ext uri="{BB962C8B-B14F-4D97-AF65-F5344CB8AC3E}">
        <p14:creationId xmlns:p14="http://schemas.microsoft.com/office/powerpoint/2010/main" val="22835272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06778" y="110278"/>
            <a:ext cx="8911687" cy="1280890"/>
          </a:xfrm>
        </p:spPr>
        <p:txBody>
          <a:bodyPr/>
          <a:lstStyle/>
          <a:p>
            <a:r>
              <a:rPr lang="en-US" dirty="0"/>
              <a:t>Pointers to 2D array</a:t>
            </a:r>
          </a:p>
        </p:txBody>
      </p:sp>
      <p:sp>
        <p:nvSpPr>
          <p:cNvPr id="3" name="Rectangle 2"/>
          <p:cNvSpPr/>
          <p:nvPr/>
        </p:nvSpPr>
        <p:spPr>
          <a:xfrm>
            <a:off x="1050933" y="1821614"/>
            <a:ext cx="9016133" cy="2031325"/>
          </a:xfrm>
          <a:prstGeom prst="rect">
            <a:avLst/>
          </a:prstGeom>
        </p:spPr>
        <p:txBody>
          <a:bodyPr wrap="square">
            <a:spAutoFit/>
          </a:bodyPr>
          <a:lstStyle/>
          <a:p>
            <a:r>
              <a:rPr lang="en-US" dirty="0"/>
              <a:t>Since </a:t>
            </a:r>
            <a:r>
              <a:rPr lang="en-US" i="1" dirty="0" err="1"/>
              <a:t>arr</a:t>
            </a:r>
            <a:r>
              <a:rPr lang="en-US" dirty="0"/>
              <a:t> is a ‘pointer to an array of 4 integers’, according to pointer arithmetic the expression </a:t>
            </a:r>
            <a:r>
              <a:rPr lang="en-US" dirty="0" err="1"/>
              <a:t>arr</a:t>
            </a:r>
            <a:r>
              <a:rPr lang="en-US" dirty="0"/>
              <a:t> + 1 will represent the address 5016 and expression </a:t>
            </a:r>
            <a:r>
              <a:rPr lang="en-US" dirty="0" err="1"/>
              <a:t>arr</a:t>
            </a:r>
            <a:r>
              <a:rPr lang="en-US" dirty="0"/>
              <a:t> + 2 will represent address 5032.</a:t>
            </a:r>
          </a:p>
          <a:p>
            <a:pPr fontAlgn="base"/>
            <a:r>
              <a:rPr lang="en-US" dirty="0"/>
              <a:t>So we can say that </a:t>
            </a:r>
            <a:r>
              <a:rPr lang="en-US" i="1" dirty="0" err="1"/>
              <a:t>arr</a:t>
            </a:r>
            <a:r>
              <a:rPr lang="en-US" dirty="0"/>
              <a:t> points to the 0</a:t>
            </a:r>
            <a:r>
              <a:rPr lang="en-US" baseline="30000" dirty="0"/>
              <a:t>th</a:t>
            </a:r>
            <a:r>
              <a:rPr lang="en-US" dirty="0"/>
              <a:t> 1-D array, </a:t>
            </a:r>
            <a:r>
              <a:rPr lang="en-US" i="1" dirty="0" err="1"/>
              <a:t>arr</a:t>
            </a:r>
            <a:r>
              <a:rPr lang="en-US" i="1" dirty="0"/>
              <a:t> + 1</a:t>
            </a:r>
            <a:r>
              <a:rPr lang="en-US" dirty="0"/>
              <a:t> points to the 1</a:t>
            </a:r>
            <a:r>
              <a:rPr lang="en-US" baseline="30000" dirty="0"/>
              <a:t>st</a:t>
            </a:r>
            <a:r>
              <a:rPr lang="en-US" dirty="0"/>
              <a:t> 1-D array and </a:t>
            </a:r>
            <a:r>
              <a:rPr lang="en-US" i="1" dirty="0" err="1"/>
              <a:t>arr</a:t>
            </a:r>
            <a:r>
              <a:rPr lang="en-US" i="1" dirty="0"/>
              <a:t> + 2</a:t>
            </a:r>
            <a:r>
              <a:rPr lang="en-US" dirty="0"/>
              <a:t> points to the 2</a:t>
            </a:r>
            <a:r>
              <a:rPr lang="en-US" baseline="30000" dirty="0"/>
              <a:t>nd</a:t>
            </a:r>
            <a:r>
              <a:rPr lang="en-US" dirty="0"/>
              <a:t> 1-D array.</a:t>
            </a:r>
          </a:p>
          <a:p>
            <a:r>
              <a:rPr lang="en-US" dirty="0"/>
              <a:t/>
            </a:r>
            <a:br>
              <a:rPr lang="en-US" dirty="0"/>
            </a:br>
            <a:endParaRPr lang="en-US" dirty="0">
              <a:latin typeface="+mj-lt"/>
            </a:endParaRPr>
          </a:p>
        </p:txBody>
      </p:sp>
      <p:pic>
        <p:nvPicPr>
          <p:cNvPr id="4099" name="Picture 3" descr="https://media.geeksforgeeks.org/wp-content/uploads/Diagram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94194" y="2842629"/>
            <a:ext cx="5527477" cy="2020620"/>
          </a:xfrm>
          <a:prstGeom prst="rect">
            <a:avLst/>
          </a:prstGeom>
          <a:noFill/>
          <a:extLst>
            <a:ext uri="{909E8E84-426E-40DD-AFC4-6F175D3DCCD1}">
              <a14:hiddenFill xmlns:a14="http://schemas.microsoft.com/office/drawing/2010/main">
                <a:solidFill>
                  <a:srgbClr val="FFFFFF"/>
                </a:solidFill>
              </a14:hiddenFill>
            </a:ext>
          </a:extLst>
        </p:spPr>
      </p:pic>
      <p:pic>
        <p:nvPicPr>
          <p:cNvPr id="4101" name="Picture 5" descr="https://media.geeksforgeeks.org/wp-content/uploads/Screenshot-from-2017-06-10-005619.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5936" y="4941288"/>
            <a:ext cx="8517394" cy="1254796"/>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p:cNvSpPr>
            <a:spLocks noGrp="1"/>
          </p:cNvSpPr>
          <p:nvPr>
            <p:ph type="dt" sz="half" idx="10"/>
          </p:nvPr>
        </p:nvSpPr>
        <p:spPr/>
        <p:txBody>
          <a:bodyPr/>
          <a:lstStyle/>
          <a:p>
            <a:fld id="{FE573F30-9854-4E71-96F0-1118C0E4C2B5}" type="datetime1">
              <a:rPr lang="en-US" smtClean="0"/>
              <a:t>8/31/2023</a:t>
            </a:fld>
            <a:endParaRPr lang="en-US"/>
          </a:p>
        </p:txBody>
      </p:sp>
      <p:sp>
        <p:nvSpPr>
          <p:cNvPr id="5" name="Footer Placeholder 4"/>
          <p:cNvSpPr>
            <a:spLocks noGrp="1"/>
          </p:cNvSpPr>
          <p:nvPr>
            <p:ph type="ftr" sz="quarter" idx="11"/>
          </p:nvPr>
        </p:nvSpPr>
        <p:spPr/>
        <p:txBody>
          <a:bodyPr/>
          <a:lstStyle/>
          <a:p>
            <a:r>
              <a:rPr lang="en-US" smtClean="0"/>
              <a:t>Ms Anosha Khan</a:t>
            </a:r>
            <a:endParaRPr lang="en-US"/>
          </a:p>
        </p:txBody>
      </p:sp>
      <p:sp>
        <p:nvSpPr>
          <p:cNvPr id="6" name="Slide Number Placeholder 5"/>
          <p:cNvSpPr>
            <a:spLocks noGrp="1"/>
          </p:cNvSpPr>
          <p:nvPr>
            <p:ph type="sldNum" sz="quarter" idx="12"/>
          </p:nvPr>
        </p:nvSpPr>
        <p:spPr/>
        <p:txBody>
          <a:bodyPr/>
          <a:lstStyle/>
          <a:p>
            <a:fld id="{BDCF7F6F-AAF4-4081-9FBA-A16679D15015}" type="slidenum">
              <a:rPr lang="en-US" smtClean="0"/>
              <a:t>12</a:t>
            </a:fld>
            <a:endParaRPr lang="en-US"/>
          </a:p>
        </p:txBody>
      </p:sp>
    </p:spTree>
    <p:extLst>
      <p:ext uri="{BB962C8B-B14F-4D97-AF65-F5344CB8AC3E}">
        <p14:creationId xmlns:p14="http://schemas.microsoft.com/office/powerpoint/2010/main" val="30950675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https://media.geeksforgeeks.org/wp-content/uploads/arraypointer.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07824" y="135472"/>
            <a:ext cx="9810385" cy="219457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1107824" y="2456597"/>
            <a:ext cx="10308321" cy="3785652"/>
          </a:xfrm>
          <a:prstGeom prst="rect">
            <a:avLst/>
          </a:prstGeom>
        </p:spPr>
        <p:txBody>
          <a:bodyPr wrap="square">
            <a:spAutoFit/>
          </a:bodyPr>
          <a:lstStyle/>
          <a:p>
            <a:pPr marL="285750" indent="-285750">
              <a:buFont typeface="Arial" panose="020B0604020202020204" pitchFamily="34" charset="0"/>
              <a:buChar char="•"/>
            </a:pPr>
            <a:r>
              <a:rPr lang="en-US" sz="2000" dirty="0"/>
              <a:t>To access an individual element of our 2-D array, we should be able to access any </a:t>
            </a:r>
            <a:r>
              <a:rPr lang="en-US" sz="2000" dirty="0" err="1"/>
              <a:t>jth</a:t>
            </a:r>
            <a:r>
              <a:rPr lang="en-US" sz="2000" dirty="0"/>
              <a:t> element of </a:t>
            </a:r>
            <a:r>
              <a:rPr lang="en-US" sz="2000" dirty="0" err="1"/>
              <a:t>ith</a:t>
            </a:r>
            <a:r>
              <a:rPr lang="en-US" sz="2000" dirty="0"/>
              <a:t> 1-D array.</a:t>
            </a:r>
          </a:p>
          <a:p>
            <a:endParaRPr lang="en-US" sz="2000" dirty="0"/>
          </a:p>
          <a:p>
            <a:pPr marL="285750" indent="-285750">
              <a:buFont typeface="Arial" panose="020B0604020202020204" pitchFamily="34" charset="0"/>
              <a:buChar char="•"/>
            </a:pPr>
            <a:r>
              <a:rPr lang="en-US" sz="2000" dirty="0"/>
              <a:t>Since the base type of *(</a:t>
            </a:r>
            <a:r>
              <a:rPr lang="en-US" sz="2000" dirty="0" err="1"/>
              <a:t>arr</a:t>
            </a:r>
            <a:r>
              <a:rPr lang="en-US" sz="2000" dirty="0"/>
              <a:t> + </a:t>
            </a:r>
            <a:r>
              <a:rPr lang="en-US" sz="2000" dirty="0" err="1"/>
              <a:t>i</a:t>
            </a:r>
            <a:r>
              <a:rPr lang="en-US" sz="2000" dirty="0"/>
              <a:t>) is </a:t>
            </a:r>
            <a:r>
              <a:rPr lang="en-US" sz="2000" dirty="0" err="1"/>
              <a:t>int</a:t>
            </a:r>
            <a:r>
              <a:rPr lang="en-US" sz="2000" dirty="0"/>
              <a:t> and it contains the address of 0th element of </a:t>
            </a:r>
            <a:r>
              <a:rPr lang="en-US" sz="2000" dirty="0" err="1"/>
              <a:t>ith</a:t>
            </a:r>
            <a:r>
              <a:rPr lang="en-US" sz="2000" dirty="0"/>
              <a:t> 1-D array, we can get the addresses of subsequent elements in the </a:t>
            </a:r>
            <a:r>
              <a:rPr lang="en-US" sz="2000" dirty="0" err="1"/>
              <a:t>ith</a:t>
            </a:r>
            <a:r>
              <a:rPr lang="en-US" sz="2000" dirty="0"/>
              <a:t> 1-D array by adding integer values to *(</a:t>
            </a:r>
            <a:r>
              <a:rPr lang="en-US" sz="2000" dirty="0" err="1"/>
              <a:t>arr</a:t>
            </a:r>
            <a:r>
              <a:rPr lang="en-US" sz="2000" dirty="0"/>
              <a:t> + </a:t>
            </a:r>
            <a:r>
              <a:rPr lang="en-US" sz="2000" dirty="0" err="1"/>
              <a:t>i</a:t>
            </a:r>
            <a:r>
              <a:rPr lang="en-US" sz="2000" dirty="0"/>
              <a:t>).</a:t>
            </a:r>
            <a:br>
              <a:rPr lang="en-US" sz="2000" dirty="0"/>
            </a:br>
            <a:endParaRPr lang="en-US" sz="2000" dirty="0"/>
          </a:p>
          <a:p>
            <a:pPr marL="285750" indent="-285750">
              <a:buFont typeface="Arial" panose="020B0604020202020204" pitchFamily="34" charset="0"/>
              <a:buChar char="•"/>
            </a:pPr>
            <a:r>
              <a:rPr lang="en-US" sz="2000" dirty="0"/>
              <a:t>For example *(</a:t>
            </a:r>
            <a:r>
              <a:rPr lang="en-US" sz="2000" dirty="0" err="1"/>
              <a:t>arr</a:t>
            </a:r>
            <a:r>
              <a:rPr lang="en-US" sz="2000" dirty="0"/>
              <a:t> + </a:t>
            </a:r>
            <a:r>
              <a:rPr lang="en-US" sz="2000" dirty="0" err="1"/>
              <a:t>i</a:t>
            </a:r>
            <a:r>
              <a:rPr lang="en-US" sz="2000" dirty="0"/>
              <a:t>) + 1 will represent the address of 1</a:t>
            </a:r>
            <a:r>
              <a:rPr lang="en-US" sz="2000" baseline="30000" dirty="0"/>
              <a:t>st</a:t>
            </a:r>
            <a:r>
              <a:rPr lang="en-US" sz="2000" dirty="0"/>
              <a:t> element of 1</a:t>
            </a:r>
            <a:r>
              <a:rPr lang="en-US" sz="2000" baseline="30000" dirty="0"/>
              <a:t>st</a:t>
            </a:r>
            <a:r>
              <a:rPr lang="en-US" sz="2000" dirty="0"/>
              <a:t> element of </a:t>
            </a:r>
            <a:r>
              <a:rPr lang="en-US" sz="2000" dirty="0" err="1"/>
              <a:t>ith</a:t>
            </a:r>
            <a:r>
              <a:rPr lang="en-US" sz="2000" dirty="0"/>
              <a:t> 1-D array and *(</a:t>
            </a:r>
            <a:r>
              <a:rPr lang="en-US" sz="2000" dirty="0" err="1"/>
              <a:t>arr+i</a:t>
            </a:r>
            <a:r>
              <a:rPr lang="en-US" sz="2000" dirty="0"/>
              <a:t>)+2 will represent the address of 2nd element of </a:t>
            </a:r>
            <a:r>
              <a:rPr lang="en-US" sz="2000" dirty="0" err="1"/>
              <a:t>ith</a:t>
            </a:r>
            <a:r>
              <a:rPr lang="en-US" sz="2000" dirty="0"/>
              <a:t> 1-D array.</a:t>
            </a:r>
            <a:br>
              <a:rPr lang="en-US" sz="2000" dirty="0"/>
            </a:br>
            <a:endParaRPr lang="en-US" sz="2000" dirty="0"/>
          </a:p>
          <a:p>
            <a:pPr marL="285750" indent="-285750">
              <a:buFont typeface="Arial" panose="020B0604020202020204" pitchFamily="34" charset="0"/>
              <a:buChar char="•"/>
            </a:pPr>
            <a:r>
              <a:rPr lang="en-US" sz="2000" dirty="0"/>
              <a:t>Similarly *(</a:t>
            </a:r>
            <a:r>
              <a:rPr lang="en-US" sz="2000" dirty="0" err="1"/>
              <a:t>arr</a:t>
            </a:r>
            <a:r>
              <a:rPr lang="en-US" sz="2000" dirty="0"/>
              <a:t> + </a:t>
            </a:r>
            <a:r>
              <a:rPr lang="en-US" sz="2000" dirty="0" err="1"/>
              <a:t>i</a:t>
            </a:r>
            <a:r>
              <a:rPr lang="en-US" sz="2000" dirty="0"/>
              <a:t>) + j will represent the address of </a:t>
            </a:r>
            <a:r>
              <a:rPr lang="en-US" sz="2000" dirty="0" err="1"/>
              <a:t>jth</a:t>
            </a:r>
            <a:r>
              <a:rPr lang="en-US" sz="2000" dirty="0"/>
              <a:t> element of </a:t>
            </a:r>
            <a:r>
              <a:rPr lang="en-US" sz="2000" dirty="0" err="1"/>
              <a:t>ith</a:t>
            </a:r>
            <a:r>
              <a:rPr lang="en-US" sz="2000" dirty="0"/>
              <a:t> 1-D array. On dereferencing this expression we can get the </a:t>
            </a:r>
            <a:r>
              <a:rPr lang="en-US" sz="2000" dirty="0" err="1"/>
              <a:t>jth</a:t>
            </a:r>
            <a:r>
              <a:rPr lang="en-US" sz="2000" dirty="0"/>
              <a:t> element of the </a:t>
            </a:r>
            <a:r>
              <a:rPr lang="en-US" sz="2000" dirty="0" err="1"/>
              <a:t>ith</a:t>
            </a:r>
            <a:r>
              <a:rPr lang="en-US" sz="2000" dirty="0"/>
              <a:t> 1-D array.</a:t>
            </a:r>
          </a:p>
        </p:txBody>
      </p:sp>
      <p:sp>
        <p:nvSpPr>
          <p:cNvPr id="2" name="Date Placeholder 1"/>
          <p:cNvSpPr>
            <a:spLocks noGrp="1"/>
          </p:cNvSpPr>
          <p:nvPr>
            <p:ph type="dt" sz="half" idx="10"/>
          </p:nvPr>
        </p:nvSpPr>
        <p:spPr/>
        <p:txBody>
          <a:bodyPr/>
          <a:lstStyle/>
          <a:p>
            <a:fld id="{080CD162-6A80-4177-8CDD-F50A39BE973E}" type="datetime1">
              <a:rPr lang="en-US" smtClean="0"/>
              <a:t>8/31/2023</a:t>
            </a:fld>
            <a:endParaRPr lang="en-US"/>
          </a:p>
        </p:txBody>
      </p:sp>
      <p:sp>
        <p:nvSpPr>
          <p:cNvPr id="3" name="Footer Placeholder 2"/>
          <p:cNvSpPr>
            <a:spLocks noGrp="1"/>
          </p:cNvSpPr>
          <p:nvPr>
            <p:ph type="ftr" sz="quarter" idx="11"/>
          </p:nvPr>
        </p:nvSpPr>
        <p:spPr/>
        <p:txBody>
          <a:bodyPr/>
          <a:lstStyle/>
          <a:p>
            <a:r>
              <a:rPr lang="en-US" smtClean="0"/>
              <a:t>Ms Anosha Khan</a:t>
            </a:r>
            <a:endParaRPr lang="en-US"/>
          </a:p>
        </p:txBody>
      </p:sp>
      <p:sp>
        <p:nvSpPr>
          <p:cNvPr id="4" name="Slide Number Placeholder 3"/>
          <p:cNvSpPr>
            <a:spLocks noGrp="1"/>
          </p:cNvSpPr>
          <p:nvPr>
            <p:ph type="sldNum" sz="quarter" idx="12"/>
          </p:nvPr>
        </p:nvSpPr>
        <p:spPr/>
        <p:txBody>
          <a:bodyPr/>
          <a:lstStyle/>
          <a:p>
            <a:fld id="{BDCF7F6F-AAF4-4081-9FBA-A16679D15015}" type="slidenum">
              <a:rPr lang="en-US" smtClean="0"/>
              <a:t>13</a:t>
            </a:fld>
            <a:endParaRPr lang="en-US"/>
          </a:p>
        </p:txBody>
      </p:sp>
    </p:spTree>
    <p:extLst>
      <p:ext uri="{BB962C8B-B14F-4D97-AF65-F5344CB8AC3E}">
        <p14:creationId xmlns:p14="http://schemas.microsoft.com/office/powerpoint/2010/main" val="18543371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873457" y="135427"/>
            <a:ext cx="6649975" cy="615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sz="2000" dirty="0"/>
              <a:t>#include &lt;</a:t>
            </a:r>
            <a:r>
              <a:rPr lang="en-US" sz="2000" dirty="0" err="1"/>
              <a:t>iostream</a:t>
            </a:r>
            <a:r>
              <a:rPr lang="en-US" sz="2000" dirty="0"/>
              <a:t>&gt;</a:t>
            </a:r>
          </a:p>
          <a:p>
            <a:r>
              <a:rPr lang="en-US" sz="2000" dirty="0"/>
              <a:t>using namespace </a:t>
            </a:r>
            <a:r>
              <a:rPr lang="en-US" sz="2000" dirty="0" err="1"/>
              <a:t>std</a:t>
            </a:r>
            <a:r>
              <a:rPr lang="en-US" sz="2000" dirty="0"/>
              <a:t>;</a:t>
            </a:r>
          </a:p>
          <a:p>
            <a:r>
              <a:rPr lang="en-US" sz="2000" dirty="0" err="1"/>
              <a:t>int</a:t>
            </a:r>
            <a:r>
              <a:rPr lang="en-US" sz="2000" dirty="0"/>
              <a:t> main()</a:t>
            </a:r>
          </a:p>
          <a:p>
            <a:r>
              <a:rPr lang="en-US" sz="2000" dirty="0"/>
              <a:t>{</a:t>
            </a:r>
          </a:p>
          <a:p>
            <a:r>
              <a:rPr lang="en-US" sz="2000" dirty="0" err="1"/>
              <a:t>int</a:t>
            </a:r>
            <a:r>
              <a:rPr lang="en-US" sz="2000" dirty="0"/>
              <a:t> </a:t>
            </a:r>
            <a:r>
              <a:rPr lang="en-US" sz="2000" dirty="0" err="1"/>
              <a:t>arr</a:t>
            </a:r>
            <a:r>
              <a:rPr lang="en-US" sz="2000" dirty="0"/>
              <a:t>[3][4] = {</a:t>
            </a:r>
          </a:p>
          <a:p>
            <a:r>
              <a:rPr lang="en-US" sz="2000" dirty="0"/>
              <a:t>  { 10, 11, 12, 13 },</a:t>
            </a:r>
          </a:p>
          <a:p>
            <a:r>
              <a:rPr lang="en-US" sz="2000" dirty="0"/>
              <a:t>  { 20, 21, 22, 23 },</a:t>
            </a:r>
          </a:p>
          <a:p>
            <a:r>
              <a:rPr lang="en-US" sz="2000" dirty="0"/>
              <a:t>  { 30, 31, 32, 33 }</a:t>
            </a:r>
          </a:p>
          <a:p>
            <a:r>
              <a:rPr lang="en-US" sz="2000" dirty="0"/>
              <a:t>};</a:t>
            </a:r>
          </a:p>
          <a:p>
            <a:r>
              <a:rPr lang="en-US" sz="2000" dirty="0" err="1"/>
              <a:t>int</a:t>
            </a:r>
            <a:r>
              <a:rPr lang="en-US" sz="2000" dirty="0"/>
              <a:t> </a:t>
            </a:r>
            <a:r>
              <a:rPr lang="en-US" sz="2000" dirty="0" err="1"/>
              <a:t>i</a:t>
            </a:r>
            <a:r>
              <a:rPr lang="en-US" sz="2000" dirty="0"/>
              <a:t>, j;</a:t>
            </a:r>
          </a:p>
          <a:p>
            <a:r>
              <a:rPr lang="nn-NO" sz="2000" dirty="0"/>
              <a:t>for (i = 0; i &lt; 3; i++)</a:t>
            </a:r>
          </a:p>
          <a:p>
            <a:r>
              <a:rPr lang="en-US" sz="2000" dirty="0"/>
              <a:t>{</a:t>
            </a:r>
          </a:p>
          <a:p>
            <a:r>
              <a:rPr lang="en-US" sz="2000" dirty="0" err="1"/>
              <a:t>cout</a:t>
            </a:r>
            <a:r>
              <a:rPr lang="en-US" sz="2000" dirty="0"/>
              <a:t> &lt;&lt; </a:t>
            </a:r>
            <a:r>
              <a:rPr lang="en-US" sz="2000" dirty="0" err="1"/>
              <a:t>i</a:t>
            </a:r>
            <a:r>
              <a:rPr lang="en-US" sz="2000" dirty="0"/>
              <a:t>&lt;&lt;" "&lt;&lt;</a:t>
            </a:r>
            <a:r>
              <a:rPr lang="en-US" sz="2000" dirty="0" err="1"/>
              <a:t>arr</a:t>
            </a:r>
            <a:r>
              <a:rPr lang="en-US" sz="2000" dirty="0"/>
              <a:t>[</a:t>
            </a:r>
            <a:r>
              <a:rPr lang="en-US" sz="2000" dirty="0" err="1"/>
              <a:t>i</a:t>
            </a:r>
            <a:r>
              <a:rPr lang="en-US" sz="2000" dirty="0"/>
              <a:t>]&lt;&lt;" "&lt;&lt; * (</a:t>
            </a:r>
            <a:r>
              <a:rPr lang="en-US" sz="2000" dirty="0" err="1"/>
              <a:t>arr</a:t>
            </a:r>
            <a:r>
              <a:rPr lang="en-US" sz="2000" dirty="0"/>
              <a:t> + </a:t>
            </a:r>
            <a:r>
              <a:rPr lang="en-US" sz="2000" dirty="0" err="1"/>
              <a:t>i</a:t>
            </a:r>
            <a:r>
              <a:rPr lang="en-US" sz="2000" dirty="0"/>
              <a:t>) &lt;&lt; </a:t>
            </a:r>
            <a:r>
              <a:rPr lang="en-US" sz="2000" dirty="0" err="1"/>
              <a:t>endl</a:t>
            </a:r>
            <a:r>
              <a:rPr lang="en-US" sz="2000" dirty="0"/>
              <a:t>;</a:t>
            </a:r>
          </a:p>
          <a:p>
            <a:endParaRPr lang="en-US" sz="2000" dirty="0"/>
          </a:p>
          <a:p>
            <a:r>
              <a:rPr lang="en-US" sz="2000" dirty="0"/>
              <a:t>for (j = 0; j &lt; 4; j++)</a:t>
            </a:r>
          </a:p>
          <a:p>
            <a:r>
              <a:rPr lang="en-US" sz="2000" dirty="0" err="1"/>
              <a:t>cout</a:t>
            </a:r>
            <a:r>
              <a:rPr lang="en-US" sz="2000" dirty="0"/>
              <a:t> &lt;&lt; </a:t>
            </a:r>
            <a:r>
              <a:rPr lang="en-US" sz="2000" dirty="0" err="1"/>
              <a:t>arr</a:t>
            </a:r>
            <a:r>
              <a:rPr lang="en-US" sz="2000" dirty="0"/>
              <a:t>[</a:t>
            </a:r>
            <a:r>
              <a:rPr lang="en-US" sz="2000" dirty="0" err="1"/>
              <a:t>i</a:t>
            </a:r>
            <a:r>
              <a:rPr lang="en-US" sz="2000" dirty="0"/>
              <a:t>][j] &lt;&lt;" " &lt;&lt; *(*(</a:t>
            </a:r>
            <a:r>
              <a:rPr lang="en-US" sz="2000" dirty="0" err="1"/>
              <a:t>arr</a:t>
            </a:r>
            <a:r>
              <a:rPr lang="en-US" sz="2000" dirty="0"/>
              <a:t> + </a:t>
            </a:r>
            <a:r>
              <a:rPr lang="en-US" sz="2000" dirty="0" err="1"/>
              <a:t>i</a:t>
            </a:r>
            <a:r>
              <a:rPr lang="en-US" sz="2000" dirty="0"/>
              <a:t>) + j) &lt;&lt; </a:t>
            </a:r>
            <a:r>
              <a:rPr lang="en-US" sz="2000" dirty="0" err="1"/>
              <a:t>endl</a:t>
            </a:r>
            <a:r>
              <a:rPr lang="en-US" sz="2000" dirty="0"/>
              <a:t>;</a:t>
            </a:r>
          </a:p>
          <a:p>
            <a:r>
              <a:rPr lang="en-US" sz="2000" dirty="0" err="1"/>
              <a:t>cout</a:t>
            </a:r>
            <a:r>
              <a:rPr lang="en-US" sz="2000" dirty="0"/>
              <a:t> &lt;&lt; "\n"; </a:t>
            </a:r>
          </a:p>
          <a:p>
            <a:r>
              <a:rPr lang="en-US" sz="2000" dirty="0" smtClean="0"/>
              <a:t>}</a:t>
            </a:r>
            <a:endParaRPr lang="en-US" sz="2000" dirty="0"/>
          </a:p>
          <a:p>
            <a:r>
              <a:rPr lang="en-US" sz="2000" dirty="0"/>
              <a:t>return 0;</a:t>
            </a:r>
          </a:p>
          <a:p>
            <a:r>
              <a:rPr lang="en-US" sz="2000" dirty="0"/>
              <a:t>}</a:t>
            </a:r>
          </a:p>
        </p:txBody>
      </p:sp>
      <p:sp>
        <p:nvSpPr>
          <p:cNvPr id="2" name="Date Placeholder 1"/>
          <p:cNvSpPr>
            <a:spLocks noGrp="1"/>
          </p:cNvSpPr>
          <p:nvPr>
            <p:ph type="dt" sz="half" idx="10"/>
          </p:nvPr>
        </p:nvSpPr>
        <p:spPr/>
        <p:txBody>
          <a:bodyPr/>
          <a:lstStyle/>
          <a:p>
            <a:fld id="{7F98B3AA-CEB9-48AB-B296-EDC57E600382}" type="datetime1">
              <a:rPr lang="en-US" smtClean="0"/>
              <a:t>8/31/2023</a:t>
            </a:fld>
            <a:endParaRPr lang="en-US"/>
          </a:p>
        </p:txBody>
      </p:sp>
      <p:sp>
        <p:nvSpPr>
          <p:cNvPr id="3" name="Footer Placeholder 2"/>
          <p:cNvSpPr>
            <a:spLocks noGrp="1"/>
          </p:cNvSpPr>
          <p:nvPr>
            <p:ph type="ftr" sz="quarter" idx="11"/>
          </p:nvPr>
        </p:nvSpPr>
        <p:spPr/>
        <p:txBody>
          <a:bodyPr/>
          <a:lstStyle/>
          <a:p>
            <a:r>
              <a:rPr lang="en-US" smtClean="0"/>
              <a:t>Ms Anosha Khan</a:t>
            </a:r>
            <a:endParaRPr lang="en-US"/>
          </a:p>
        </p:txBody>
      </p:sp>
      <p:sp>
        <p:nvSpPr>
          <p:cNvPr id="5" name="Slide Number Placeholder 4"/>
          <p:cNvSpPr>
            <a:spLocks noGrp="1"/>
          </p:cNvSpPr>
          <p:nvPr>
            <p:ph type="sldNum" sz="quarter" idx="12"/>
          </p:nvPr>
        </p:nvSpPr>
        <p:spPr/>
        <p:txBody>
          <a:bodyPr/>
          <a:lstStyle/>
          <a:p>
            <a:fld id="{BDCF7F6F-AAF4-4081-9FBA-A16679D15015}" type="slidenum">
              <a:rPr lang="en-US" smtClean="0"/>
              <a:t>14</a:t>
            </a:fld>
            <a:endParaRPr lang="en-US"/>
          </a:p>
        </p:txBody>
      </p:sp>
    </p:spTree>
    <p:extLst>
      <p:ext uri="{BB962C8B-B14F-4D97-AF65-F5344CB8AC3E}">
        <p14:creationId xmlns:p14="http://schemas.microsoft.com/office/powerpoint/2010/main" val="9994648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b="1" dirty="0"/>
              <a:t>Dynamic two Dimensional Array</a:t>
            </a:r>
            <a:endParaRPr lang="en-US" dirty="0"/>
          </a:p>
        </p:txBody>
      </p:sp>
      <p:sp>
        <p:nvSpPr>
          <p:cNvPr id="7" name="Content Placeholder 6"/>
          <p:cNvSpPr>
            <a:spLocks noGrp="1"/>
          </p:cNvSpPr>
          <p:nvPr>
            <p:ph idx="1"/>
          </p:nvPr>
        </p:nvSpPr>
        <p:spPr/>
        <p:txBody>
          <a:bodyPr/>
          <a:lstStyle/>
          <a:p>
            <a:endParaRPr lang="en-US"/>
          </a:p>
        </p:txBody>
      </p:sp>
      <p:sp>
        <p:nvSpPr>
          <p:cNvPr id="2" name="Date Placeholder 1"/>
          <p:cNvSpPr>
            <a:spLocks noGrp="1"/>
          </p:cNvSpPr>
          <p:nvPr>
            <p:ph type="dt" sz="half" idx="10"/>
          </p:nvPr>
        </p:nvSpPr>
        <p:spPr/>
        <p:txBody>
          <a:bodyPr/>
          <a:lstStyle/>
          <a:p>
            <a:fld id="{F25D475A-7E40-40FF-90A5-534373AD7927}" type="datetime1">
              <a:rPr lang="en-US" smtClean="0"/>
              <a:t>8/31/2023</a:t>
            </a:fld>
            <a:endParaRPr lang="en-US"/>
          </a:p>
        </p:txBody>
      </p:sp>
      <p:sp>
        <p:nvSpPr>
          <p:cNvPr id="3" name="Footer Placeholder 2"/>
          <p:cNvSpPr>
            <a:spLocks noGrp="1"/>
          </p:cNvSpPr>
          <p:nvPr>
            <p:ph type="ftr" sz="quarter" idx="11"/>
          </p:nvPr>
        </p:nvSpPr>
        <p:spPr/>
        <p:txBody>
          <a:bodyPr/>
          <a:lstStyle/>
          <a:p>
            <a:r>
              <a:rPr lang="en-US" smtClean="0"/>
              <a:t>Ms Anosha Khan</a:t>
            </a:r>
            <a:endParaRPr lang="en-US"/>
          </a:p>
        </p:txBody>
      </p:sp>
      <p:sp>
        <p:nvSpPr>
          <p:cNvPr id="4" name="Slide Number Placeholder 3"/>
          <p:cNvSpPr>
            <a:spLocks noGrp="1"/>
          </p:cNvSpPr>
          <p:nvPr>
            <p:ph type="sldNum" sz="quarter" idx="12"/>
          </p:nvPr>
        </p:nvSpPr>
        <p:spPr/>
        <p:txBody>
          <a:bodyPr/>
          <a:lstStyle/>
          <a:p>
            <a:fld id="{BDCF7F6F-AAF4-4081-9FBA-A16679D15015}" type="slidenum">
              <a:rPr lang="en-US" smtClean="0"/>
              <a:t>15</a:t>
            </a:fld>
            <a:endParaRPr lang="en-US"/>
          </a:p>
        </p:txBody>
      </p:sp>
      <p:pic>
        <p:nvPicPr>
          <p:cNvPr id="5" name="Picture 4"/>
          <p:cNvPicPr>
            <a:picLocks noChangeAspect="1"/>
          </p:cNvPicPr>
          <p:nvPr/>
        </p:nvPicPr>
        <p:blipFill>
          <a:blip r:embed="rId2"/>
          <a:stretch>
            <a:fillRect/>
          </a:stretch>
        </p:blipFill>
        <p:spPr>
          <a:xfrm>
            <a:off x="1097280" y="1737360"/>
            <a:ext cx="9487753" cy="4614051"/>
          </a:xfrm>
          <a:prstGeom prst="rect">
            <a:avLst/>
          </a:prstGeom>
        </p:spPr>
      </p:pic>
    </p:spTree>
    <p:extLst>
      <p:ext uri="{BB962C8B-B14F-4D97-AF65-F5344CB8AC3E}">
        <p14:creationId xmlns:p14="http://schemas.microsoft.com/office/powerpoint/2010/main" val="7981873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sp>
        <p:nvSpPr>
          <p:cNvPr id="4" name="Date Placeholder 3"/>
          <p:cNvSpPr>
            <a:spLocks noGrp="1"/>
          </p:cNvSpPr>
          <p:nvPr>
            <p:ph type="dt" sz="half" idx="10"/>
          </p:nvPr>
        </p:nvSpPr>
        <p:spPr/>
        <p:txBody>
          <a:bodyPr/>
          <a:lstStyle/>
          <a:p>
            <a:fld id="{46E6DE81-9F94-486B-99EB-58C6F30A3E97}" type="datetime1">
              <a:rPr lang="en-US" smtClean="0"/>
              <a:t>8/31/2023</a:t>
            </a:fld>
            <a:endParaRPr lang="en-US"/>
          </a:p>
        </p:txBody>
      </p:sp>
      <p:sp>
        <p:nvSpPr>
          <p:cNvPr id="5" name="Footer Placeholder 4"/>
          <p:cNvSpPr>
            <a:spLocks noGrp="1"/>
          </p:cNvSpPr>
          <p:nvPr>
            <p:ph type="ftr" sz="quarter" idx="11"/>
          </p:nvPr>
        </p:nvSpPr>
        <p:spPr/>
        <p:txBody>
          <a:bodyPr/>
          <a:lstStyle/>
          <a:p>
            <a:r>
              <a:rPr lang="en-US" smtClean="0"/>
              <a:t>Ms Anosha Khan</a:t>
            </a:r>
            <a:endParaRPr lang="en-US"/>
          </a:p>
        </p:txBody>
      </p:sp>
      <p:sp>
        <p:nvSpPr>
          <p:cNvPr id="6" name="Slide Number Placeholder 5"/>
          <p:cNvSpPr>
            <a:spLocks noGrp="1"/>
          </p:cNvSpPr>
          <p:nvPr>
            <p:ph type="sldNum" sz="quarter" idx="12"/>
          </p:nvPr>
        </p:nvSpPr>
        <p:spPr/>
        <p:txBody>
          <a:bodyPr/>
          <a:lstStyle/>
          <a:p>
            <a:fld id="{BDCF7F6F-AAF4-4081-9FBA-A16679D15015}" type="slidenum">
              <a:rPr lang="en-US" smtClean="0"/>
              <a:t>16</a:t>
            </a:fld>
            <a:endParaRPr lang="en-US"/>
          </a:p>
        </p:txBody>
      </p:sp>
      <p:pic>
        <p:nvPicPr>
          <p:cNvPr id="3074" name="Picture 2" descr="Array as referen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3871" y="186462"/>
            <a:ext cx="5814298" cy="62733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0968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95534" y="95534"/>
            <a:ext cx="6127845" cy="5773560"/>
          </a:xfrm>
        </p:spPr>
        <p:txBody>
          <a:bodyPr>
            <a:normAutofit/>
          </a:bodyPr>
          <a:lstStyle/>
          <a:p>
            <a:pPr>
              <a:lnSpc>
                <a:spcPct val="120000"/>
              </a:lnSpc>
              <a:spcBef>
                <a:spcPts val="0"/>
              </a:spcBef>
              <a:spcAft>
                <a:spcPts val="0"/>
              </a:spcAft>
            </a:pPr>
            <a:r>
              <a:rPr lang="en-US" dirty="0"/>
              <a:t>#include &lt;</a:t>
            </a:r>
            <a:r>
              <a:rPr lang="en-US" dirty="0" err="1"/>
              <a:t>iostream</a:t>
            </a:r>
            <a:r>
              <a:rPr lang="en-US" dirty="0"/>
              <a:t>&gt;</a:t>
            </a:r>
          </a:p>
          <a:p>
            <a:pPr>
              <a:lnSpc>
                <a:spcPct val="120000"/>
              </a:lnSpc>
              <a:spcBef>
                <a:spcPts val="0"/>
              </a:spcBef>
              <a:spcAft>
                <a:spcPts val="0"/>
              </a:spcAft>
            </a:pPr>
            <a:r>
              <a:rPr lang="en-US" dirty="0"/>
              <a:t>using namespace </a:t>
            </a:r>
            <a:r>
              <a:rPr lang="en-US" dirty="0" err="1"/>
              <a:t>std</a:t>
            </a:r>
            <a:r>
              <a:rPr lang="en-US" dirty="0"/>
              <a:t>;</a:t>
            </a:r>
          </a:p>
          <a:p>
            <a:pPr>
              <a:lnSpc>
                <a:spcPct val="120000"/>
              </a:lnSpc>
              <a:spcBef>
                <a:spcPts val="0"/>
              </a:spcBef>
              <a:spcAft>
                <a:spcPts val="0"/>
              </a:spcAft>
            </a:pPr>
            <a:r>
              <a:rPr lang="en-US" dirty="0" err="1"/>
              <a:t>int</a:t>
            </a:r>
            <a:r>
              <a:rPr lang="en-US" dirty="0"/>
              <a:t> main() {</a:t>
            </a:r>
          </a:p>
          <a:p>
            <a:pPr>
              <a:lnSpc>
                <a:spcPct val="120000"/>
              </a:lnSpc>
              <a:spcBef>
                <a:spcPts val="0"/>
              </a:spcBef>
              <a:spcAft>
                <a:spcPts val="0"/>
              </a:spcAft>
            </a:pPr>
            <a:r>
              <a:rPr lang="en-US" dirty="0"/>
              <a:t>    </a:t>
            </a:r>
            <a:r>
              <a:rPr lang="en-US" dirty="0" err="1"/>
              <a:t>int</a:t>
            </a:r>
            <a:r>
              <a:rPr lang="en-US" dirty="0"/>
              <a:t>** </a:t>
            </a:r>
            <a:r>
              <a:rPr lang="en-US" dirty="0" err="1"/>
              <a:t>arry</a:t>
            </a:r>
            <a:r>
              <a:rPr lang="en-US" dirty="0"/>
              <a:t>;</a:t>
            </a:r>
          </a:p>
          <a:p>
            <a:pPr>
              <a:lnSpc>
                <a:spcPct val="120000"/>
              </a:lnSpc>
              <a:spcBef>
                <a:spcPts val="0"/>
              </a:spcBef>
              <a:spcAft>
                <a:spcPts val="0"/>
              </a:spcAft>
            </a:pPr>
            <a:r>
              <a:rPr lang="en-US" dirty="0"/>
              <a:t>    </a:t>
            </a:r>
            <a:r>
              <a:rPr lang="en-US" dirty="0" err="1"/>
              <a:t>int</a:t>
            </a:r>
            <a:r>
              <a:rPr lang="en-US" dirty="0"/>
              <a:t> row, col, </a:t>
            </a:r>
            <a:r>
              <a:rPr lang="en-US" dirty="0" err="1"/>
              <a:t>i</a:t>
            </a:r>
            <a:r>
              <a:rPr lang="en-US" dirty="0"/>
              <a:t>, j;</a:t>
            </a:r>
          </a:p>
          <a:p>
            <a:pPr>
              <a:lnSpc>
                <a:spcPct val="120000"/>
              </a:lnSpc>
              <a:spcBef>
                <a:spcPts val="0"/>
              </a:spcBef>
              <a:spcAft>
                <a:spcPts val="0"/>
              </a:spcAft>
            </a:pPr>
            <a:r>
              <a:rPr lang="en-US" dirty="0"/>
              <a:t>    </a:t>
            </a:r>
            <a:r>
              <a:rPr lang="en-US" dirty="0" err="1"/>
              <a:t>cout</a:t>
            </a:r>
            <a:r>
              <a:rPr lang="en-US" dirty="0"/>
              <a:t> &lt;&lt; "Number of Rows:" &lt;&lt; </a:t>
            </a:r>
            <a:r>
              <a:rPr lang="en-US" dirty="0" err="1"/>
              <a:t>endl</a:t>
            </a:r>
            <a:r>
              <a:rPr lang="en-US" dirty="0"/>
              <a:t>;</a:t>
            </a:r>
          </a:p>
          <a:p>
            <a:pPr>
              <a:lnSpc>
                <a:spcPct val="120000"/>
              </a:lnSpc>
              <a:spcBef>
                <a:spcPts val="0"/>
              </a:spcBef>
              <a:spcAft>
                <a:spcPts val="0"/>
              </a:spcAft>
            </a:pPr>
            <a:r>
              <a:rPr lang="en-US" dirty="0"/>
              <a:t>    </a:t>
            </a:r>
            <a:r>
              <a:rPr lang="en-US" dirty="0" err="1"/>
              <a:t>cin</a:t>
            </a:r>
            <a:r>
              <a:rPr lang="en-US" dirty="0"/>
              <a:t> &gt;&gt; row;</a:t>
            </a:r>
          </a:p>
          <a:p>
            <a:pPr>
              <a:lnSpc>
                <a:spcPct val="120000"/>
              </a:lnSpc>
              <a:spcBef>
                <a:spcPts val="0"/>
              </a:spcBef>
              <a:spcAft>
                <a:spcPts val="0"/>
              </a:spcAft>
            </a:pPr>
            <a:r>
              <a:rPr lang="en-US" dirty="0"/>
              <a:t>    </a:t>
            </a:r>
            <a:r>
              <a:rPr lang="en-US" dirty="0" err="1"/>
              <a:t>cout</a:t>
            </a:r>
            <a:r>
              <a:rPr lang="en-US" dirty="0"/>
              <a:t> &lt;&lt; "Number of Columns:" &lt;&lt; </a:t>
            </a:r>
            <a:r>
              <a:rPr lang="en-US" dirty="0" err="1"/>
              <a:t>endl</a:t>
            </a:r>
            <a:r>
              <a:rPr lang="en-US" dirty="0"/>
              <a:t>;</a:t>
            </a:r>
          </a:p>
          <a:p>
            <a:pPr>
              <a:lnSpc>
                <a:spcPct val="120000"/>
              </a:lnSpc>
              <a:spcBef>
                <a:spcPts val="0"/>
              </a:spcBef>
              <a:spcAft>
                <a:spcPts val="0"/>
              </a:spcAft>
            </a:pPr>
            <a:r>
              <a:rPr lang="en-US" dirty="0"/>
              <a:t>    </a:t>
            </a:r>
            <a:r>
              <a:rPr lang="en-US" dirty="0" err="1"/>
              <a:t>cin</a:t>
            </a:r>
            <a:r>
              <a:rPr lang="en-US" dirty="0"/>
              <a:t> &gt;&gt; col;</a:t>
            </a:r>
          </a:p>
          <a:p>
            <a:pPr>
              <a:lnSpc>
                <a:spcPct val="120000"/>
              </a:lnSpc>
              <a:spcBef>
                <a:spcPts val="0"/>
              </a:spcBef>
              <a:spcAft>
                <a:spcPts val="0"/>
              </a:spcAft>
            </a:pPr>
            <a:r>
              <a:rPr lang="en-US" dirty="0"/>
              <a:t>    //Allocating the row space in heap dynamically</a:t>
            </a:r>
          </a:p>
          <a:p>
            <a:pPr>
              <a:lnSpc>
                <a:spcPct val="120000"/>
              </a:lnSpc>
              <a:spcBef>
                <a:spcPts val="0"/>
              </a:spcBef>
              <a:spcAft>
                <a:spcPts val="0"/>
              </a:spcAft>
            </a:pPr>
            <a:r>
              <a:rPr lang="en-US" dirty="0"/>
              <a:t>    </a:t>
            </a:r>
            <a:r>
              <a:rPr lang="en-US" dirty="0" err="1"/>
              <a:t>arry</a:t>
            </a:r>
            <a:r>
              <a:rPr lang="en-US" dirty="0"/>
              <a:t> = new </a:t>
            </a:r>
            <a:r>
              <a:rPr lang="en-US" dirty="0" err="1"/>
              <a:t>int</a:t>
            </a:r>
            <a:r>
              <a:rPr lang="en-US" dirty="0"/>
              <a:t>* [row];</a:t>
            </a:r>
          </a:p>
          <a:p>
            <a:pPr>
              <a:lnSpc>
                <a:spcPct val="120000"/>
              </a:lnSpc>
              <a:spcBef>
                <a:spcPts val="0"/>
              </a:spcBef>
              <a:spcAft>
                <a:spcPts val="0"/>
              </a:spcAft>
            </a:pPr>
            <a:r>
              <a:rPr lang="en-US" dirty="0"/>
              <a:t>    //Allocating the column space in heap dynamically</a:t>
            </a:r>
          </a:p>
          <a:p>
            <a:pPr>
              <a:lnSpc>
                <a:spcPct val="120000"/>
              </a:lnSpc>
              <a:spcBef>
                <a:spcPts val="0"/>
              </a:spcBef>
              <a:spcAft>
                <a:spcPts val="0"/>
              </a:spcAft>
            </a:pPr>
            <a:r>
              <a:rPr lang="nn-NO" dirty="0"/>
              <a:t>    for (i = 0; i &lt; row; i++) {</a:t>
            </a:r>
          </a:p>
          <a:p>
            <a:pPr>
              <a:lnSpc>
                <a:spcPct val="120000"/>
              </a:lnSpc>
              <a:spcBef>
                <a:spcPts val="0"/>
              </a:spcBef>
              <a:spcAft>
                <a:spcPts val="0"/>
              </a:spcAft>
            </a:pPr>
            <a:r>
              <a:rPr lang="en-US" dirty="0"/>
              <a:t>        </a:t>
            </a:r>
            <a:r>
              <a:rPr lang="en-US" dirty="0" err="1"/>
              <a:t>arry</a:t>
            </a:r>
            <a:r>
              <a:rPr lang="en-US" dirty="0"/>
              <a:t>[</a:t>
            </a:r>
            <a:r>
              <a:rPr lang="en-US" dirty="0" err="1"/>
              <a:t>i</a:t>
            </a:r>
            <a:r>
              <a:rPr lang="en-US" dirty="0"/>
              <a:t>] = new </a:t>
            </a:r>
            <a:r>
              <a:rPr lang="en-US" dirty="0" err="1"/>
              <a:t>int</a:t>
            </a:r>
            <a:r>
              <a:rPr lang="en-US" dirty="0"/>
              <a:t>[col];</a:t>
            </a:r>
          </a:p>
          <a:p>
            <a:pPr>
              <a:lnSpc>
                <a:spcPct val="120000"/>
              </a:lnSpc>
              <a:spcBef>
                <a:spcPts val="0"/>
              </a:spcBef>
              <a:spcAft>
                <a:spcPts val="0"/>
              </a:spcAft>
            </a:pPr>
            <a:r>
              <a:rPr lang="en-US" dirty="0"/>
              <a:t>    </a:t>
            </a:r>
            <a:r>
              <a:rPr lang="en-US" dirty="0" smtClean="0"/>
              <a:t>}</a:t>
            </a:r>
            <a:endParaRPr lang="en-US" dirty="0"/>
          </a:p>
        </p:txBody>
      </p:sp>
      <p:sp>
        <p:nvSpPr>
          <p:cNvPr id="4" name="Date Placeholder 3"/>
          <p:cNvSpPr>
            <a:spLocks noGrp="1"/>
          </p:cNvSpPr>
          <p:nvPr>
            <p:ph type="dt" sz="half" idx="10"/>
          </p:nvPr>
        </p:nvSpPr>
        <p:spPr/>
        <p:txBody>
          <a:bodyPr/>
          <a:lstStyle/>
          <a:p>
            <a:fld id="{3E89D5CC-7344-4E63-8F26-8E0371DCDD73}" type="datetime1">
              <a:rPr lang="en-US" smtClean="0"/>
              <a:t>8/31/2023</a:t>
            </a:fld>
            <a:endParaRPr lang="en-US"/>
          </a:p>
        </p:txBody>
      </p:sp>
      <p:sp>
        <p:nvSpPr>
          <p:cNvPr id="5" name="Footer Placeholder 4"/>
          <p:cNvSpPr>
            <a:spLocks noGrp="1"/>
          </p:cNvSpPr>
          <p:nvPr>
            <p:ph type="ftr" sz="quarter" idx="11"/>
          </p:nvPr>
        </p:nvSpPr>
        <p:spPr/>
        <p:txBody>
          <a:bodyPr/>
          <a:lstStyle/>
          <a:p>
            <a:r>
              <a:rPr lang="en-US" smtClean="0"/>
              <a:t>Ms Anosha Khan</a:t>
            </a:r>
            <a:endParaRPr lang="en-US"/>
          </a:p>
        </p:txBody>
      </p:sp>
      <p:sp>
        <p:nvSpPr>
          <p:cNvPr id="6" name="Slide Number Placeholder 5"/>
          <p:cNvSpPr>
            <a:spLocks noGrp="1"/>
          </p:cNvSpPr>
          <p:nvPr>
            <p:ph type="sldNum" sz="quarter" idx="12"/>
          </p:nvPr>
        </p:nvSpPr>
        <p:spPr/>
        <p:txBody>
          <a:bodyPr/>
          <a:lstStyle/>
          <a:p>
            <a:fld id="{BDCF7F6F-AAF4-4081-9FBA-A16679D15015}" type="slidenum">
              <a:rPr lang="en-US" smtClean="0"/>
              <a:t>17</a:t>
            </a:fld>
            <a:endParaRPr lang="en-US"/>
          </a:p>
        </p:txBody>
      </p:sp>
      <p:sp>
        <p:nvSpPr>
          <p:cNvPr id="7" name="Rectangle 6"/>
          <p:cNvSpPr/>
          <p:nvPr/>
        </p:nvSpPr>
        <p:spPr>
          <a:xfrm>
            <a:off x="5527343" y="95534"/>
            <a:ext cx="6892119" cy="6740307"/>
          </a:xfrm>
          <a:prstGeom prst="rect">
            <a:avLst/>
          </a:prstGeom>
        </p:spPr>
        <p:txBody>
          <a:bodyPr wrap="square">
            <a:spAutoFit/>
          </a:bodyPr>
          <a:lstStyle/>
          <a:p>
            <a:r>
              <a:rPr lang="en-US" dirty="0"/>
              <a:t> //Giving inputs to the array</a:t>
            </a:r>
          </a:p>
          <a:p>
            <a:r>
              <a:rPr lang="en-US" dirty="0"/>
              <a:t>    </a:t>
            </a:r>
            <a:r>
              <a:rPr lang="en-US" dirty="0" err="1"/>
              <a:t>cout</a:t>
            </a:r>
            <a:r>
              <a:rPr lang="en-US" dirty="0"/>
              <a:t> &lt;&lt; "Enter " &lt;&lt; (row * col) &lt;&lt; " numbers to the Array\n";</a:t>
            </a:r>
          </a:p>
          <a:p>
            <a:r>
              <a:rPr lang="nn-NO" dirty="0"/>
              <a:t>    for (i = 0; i &lt; row; i++) {</a:t>
            </a:r>
          </a:p>
          <a:p>
            <a:r>
              <a:rPr lang="da-DK" dirty="0"/>
              <a:t>        for (j = 0; j &lt; col; j++) {</a:t>
            </a:r>
          </a:p>
          <a:p>
            <a:r>
              <a:rPr lang="en-US" dirty="0"/>
              <a:t>            </a:t>
            </a:r>
            <a:r>
              <a:rPr lang="en-US" dirty="0" err="1"/>
              <a:t>cout</a:t>
            </a:r>
            <a:r>
              <a:rPr lang="en-US" dirty="0"/>
              <a:t> &lt;&lt; "Enter the elements at Row " &lt;&lt; </a:t>
            </a:r>
            <a:r>
              <a:rPr lang="en-US" dirty="0" err="1"/>
              <a:t>i</a:t>
            </a:r>
            <a:r>
              <a:rPr lang="en-US" dirty="0"/>
              <a:t> + 1 &lt;&lt; " Column " &lt;&lt; j + 1 &lt;&lt; </a:t>
            </a:r>
            <a:r>
              <a:rPr lang="en-US" dirty="0" err="1"/>
              <a:t>endl</a:t>
            </a:r>
            <a:r>
              <a:rPr lang="en-US" dirty="0"/>
              <a:t>;</a:t>
            </a:r>
          </a:p>
          <a:p>
            <a:r>
              <a:rPr lang="en-US" dirty="0"/>
              <a:t>            </a:t>
            </a:r>
            <a:r>
              <a:rPr lang="en-US" dirty="0" err="1"/>
              <a:t>cin</a:t>
            </a:r>
            <a:r>
              <a:rPr lang="en-US" dirty="0"/>
              <a:t> &gt;&gt; </a:t>
            </a:r>
            <a:r>
              <a:rPr lang="en-US" dirty="0" err="1"/>
              <a:t>arry</a:t>
            </a:r>
            <a:r>
              <a:rPr lang="en-US" dirty="0"/>
              <a:t>[</a:t>
            </a:r>
            <a:r>
              <a:rPr lang="en-US" dirty="0" err="1"/>
              <a:t>i</a:t>
            </a:r>
            <a:r>
              <a:rPr lang="en-US" dirty="0"/>
              <a:t>][j];</a:t>
            </a:r>
          </a:p>
          <a:p>
            <a:r>
              <a:rPr lang="en-US" dirty="0"/>
              <a:t>        }</a:t>
            </a:r>
          </a:p>
          <a:p>
            <a:r>
              <a:rPr lang="en-US" dirty="0"/>
              <a:t>    }</a:t>
            </a:r>
          </a:p>
          <a:p>
            <a:r>
              <a:rPr lang="en-US" dirty="0"/>
              <a:t>    //Display the array</a:t>
            </a:r>
          </a:p>
          <a:p>
            <a:r>
              <a:rPr lang="en-US" dirty="0"/>
              <a:t>    </a:t>
            </a:r>
            <a:r>
              <a:rPr lang="en-US" dirty="0" err="1"/>
              <a:t>cout</a:t>
            </a:r>
            <a:r>
              <a:rPr lang="en-US" dirty="0"/>
              <a:t> &lt;&lt; "Here is your 2D Array:" &lt;&lt; </a:t>
            </a:r>
            <a:r>
              <a:rPr lang="en-US" dirty="0" err="1"/>
              <a:t>endl</a:t>
            </a:r>
            <a:r>
              <a:rPr lang="en-US" dirty="0"/>
              <a:t>;</a:t>
            </a:r>
          </a:p>
          <a:p>
            <a:r>
              <a:rPr lang="nn-NO" dirty="0"/>
              <a:t>    for (i = 0; i &lt; row; i++) {</a:t>
            </a:r>
          </a:p>
          <a:p>
            <a:r>
              <a:rPr lang="da-DK" dirty="0"/>
              <a:t>        for (j = 0; j &lt; col; j++) {</a:t>
            </a:r>
          </a:p>
          <a:p>
            <a:r>
              <a:rPr lang="en-US" dirty="0"/>
              <a:t>            </a:t>
            </a:r>
            <a:r>
              <a:rPr lang="en-US" dirty="0" err="1"/>
              <a:t>cout</a:t>
            </a:r>
            <a:r>
              <a:rPr lang="en-US" dirty="0"/>
              <a:t> &lt;&lt; </a:t>
            </a:r>
            <a:r>
              <a:rPr lang="en-US" dirty="0" err="1"/>
              <a:t>arry</a:t>
            </a:r>
            <a:r>
              <a:rPr lang="en-US" dirty="0"/>
              <a:t>[</a:t>
            </a:r>
            <a:r>
              <a:rPr lang="en-US" dirty="0" err="1"/>
              <a:t>i</a:t>
            </a:r>
            <a:r>
              <a:rPr lang="en-US" dirty="0"/>
              <a:t>][j] &lt;&lt; ' ';</a:t>
            </a:r>
          </a:p>
          <a:p>
            <a:r>
              <a:rPr lang="en-US" dirty="0"/>
              <a:t>        }</a:t>
            </a:r>
          </a:p>
          <a:p>
            <a:r>
              <a:rPr lang="en-US" dirty="0"/>
              <a:t>        </a:t>
            </a:r>
            <a:r>
              <a:rPr lang="en-US" dirty="0" err="1"/>
              <a:t>cout</a:t>
            </a:r>
            <a:r>
              <a:rPr lang="en-US" dirty="0"/>
              <a:t> &lt;&lt; </a:t>
            </a:r>
            <a:r>
              <a:rPr lang="en-US" dirty="0" err="1"/>
              <a:t>endl</a:t>
            </a:r>
            <a:r>
              <a:rPr lang="en-US" dirty="0"/>
              <a:t>;</a:t>
            </a:r>
          </a:p>
          <a:p>
            <a:r>
              <a:rPr lang="en-US" dirty="0"/>
              <a:t>    }</a:t>
            </a:r>
          </a:p>
          <a:p>
            <a:r>
              <a:rPr lang="en-US" dirty="0"/>
              <a:t>    //Free the memory after the use of array</a:t>
            </a:r>
          </a:p>
          <a:p>
            <a:r>
              <a:rPr lang="nn-NO" dirty="0"/>
              <a:t>    for (i = 0; i &lt; row; i++) {</a:t>
            </a:r>
          </a:p>
          <a:p>
            <a:r>
              <a:rPr lang="en-US" dirty="0"/>
              <a:t>        delete[] </a:t>
            </a:r>
            <a:r>
              <a:rPr lang="en-US" dirty="0" err="1"/>
              <a:t>arry</a:t>
            </a:r>
            <a:r>
              <a:rPr lang="en-US" dirty="0"/>
              <a:t>[</a:t>
            </a:r>
            <a:r>
              <a:rPr lang="en-US" dirty="0" err="1"/>
              <a:t>i</a:t>
            </a:r>
            <a:r>
              <a:rPr lang="en-US" dirty="0"/>
              <a:t>];</a:t>
            </a:r>
          </a:p>
          <a:p>
            <a:r>
              <a:rPr lang="en-US" dirty="0"/>
              <a:t>    }</a:t>
            </a:r>
          </a:p>
          <a:p>
            <a:r>
              <a:rPr lang="en-US" dirty="0"/>
              <a:t>    delete[] </a:t>
            </a:r>
            <a:r>
              <a:rPr lang="en-US" dirty="0" err="1"/>
              <a:t>arry</a:t>
            </a:r>
            <a:r>
              <a:rPr lang="en-US" dirty="0"/>
              <a:t>;</a:t>
            </a:r>
          </a:p>
          <a:p>
            <a:r>
              <a:rPr lang="en-US" dirty="0"/>
              <a:t>    return 0;</a:t>
            </a:r>
          </a:p>
          <a:p>
            <a:r>
              <a:rPr lang="en-US" dirty="0"/>
              <a:t>}</a:t>
            </a:r>
          </a:p>
        </p:txBody>
      </p:sp>
    </p:spTree>
    <p:extLst>
      <p:ext uri="{BB962C8B-B14F-4D97-AF65-F5344CB8AC3E}">
        <p14:creationId xmlns:p14="http://schemas.microsoft.com/office/powerpoint/2010/main" val="41703463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Shallow </a:t>
            </a:r>
            <a:r>
              <a:rPr lang="en-US" dirty="0" err="1" smtClean="0"/>
              <a:t>vs</a:t>
            </a:r>
            <a:r>
              <a:rPr lang="en-US" dirty="0" smtClean="0"/>
              <a:t> Deep copy and Pointers</a:t>
            </a:r>
            <a:endParaRPr lang="en-US" dirty="0"/>
          </a:p>
        </p:txBody>
      </p:sp>
      <p:sp>
        <p:nvSpPr>
          <p:cNvPr id="3" name="Content Placeholder 2"/>
          <p:cNvSpPr>
            <a:spLocks noGrp="1"/>
          </p:cNvSpPr>
          <p:nvPr>
            <p:ph idx="1"/>
          </p:nvPr>
        </p:nvSpPr>
        <p:spPr/>
        <p:txBody>
          <a:bodyPr>
            <a:noAutofit/>
          </a:bodyPr>
          <a:lstStyle/>
          <a:p>
            <a:r>
              <a:rPr lang="en-US" sz="2400" dirty="0"/>
              <a:t>Consider the following statements:</a:t>
            </a:r>
          </a:p>
          <a:p>
            <a:r>
              <a:rPr lang="en-US" sz="2400" b="1" dirty="0" err="1"/>
              <a:t>int</a:t>
            </a:r>
            <a:r>
              <a:rPr lang="en-US" sz="2400" b="1" dirty="0"/>
              <a:t> *first;</a:t>
            </a:r>
          </a:p>
          <a:p>
            <a:r>
              <a:rPr lang="en-US" sz="2400" b="1" dirty="0" err="1"/>
              <a:t>int</a:t>
            </a:r>
            <a:r>
              <a:rPr lang="en-US" sz="2400" b="1" dirty="0"/>
              <a:t> *second;</a:t>
            </a:r>
          </a:p>
          <a:p>
            <a:r>
              <a:rPr lang="en-US" sz="2400" b="1" dirty="0"/>
              <a:t>first = new </a:t>
            </a:r>
            <a:r>
              <a:rPr lang="en-US" sz="2400" b="1" dirty="0" err="1"/>
              <a:t>int</a:t>
            </a:r>
            <a:r>
              <a:rPr lang="en-US" sz="2400" b="1" dirty="0"/>
              <a:t>[10];</a:t>
            </a:r>
          </a:p>
          <a:p>
            <a:r>
              <a:rPr lang="en-US" sz="2400" dirty="0"/>
              <a:t>The first two statements declare first and second pointer variables of type int. The</a:t>
            </a:r>
          </a:p>
          <a:p>
            <a:r>
              <a:rPr lang="en-US" sz="2400" dirty="0"/>
              <a:t>third statement creates an array of 10 components, and the base address of the array is</a:t>
            </a:r>
          </a:p>
          <a:p>
            <a:r>
              <a:rPr lang="en-US" sz="2400" dirty="0"/>
              <a:t>stored into first</a:t>
            </a:r>
          </a:p>
        </p:txBody>
      </p:sp>
      <p:sp>
        <p:nvSpPr>
          <p:cNvPr id="4" name="Date Placeholder 3"/>
          <p:cNvSpPr>
            <a:spLocks noGrp="1"/>
          </p:cNvSpPr>
          <p:nvPr>
            <p:ph type="dt" sz="half" idx="10"/>
          </p:nvPr>
        </p:nvSpPr>
        <p:spPr/>
        <p:txBody>
          <a:bodyPr/>
          <a:lstStyle/>
          <a:p>
            <a:fld id="{051C462C-56C7-4322-AE98-FE63DA4D22E6}" type="datetime1">
              <a:rPr lang="en-US" smtClean="0"/>
              <a:t>8/31/2023</a:t>
            </a:fld>
            <a:endParaRPr lang="en-US"/>
          </a:p>
        </p:txBody>
      </p:sp>
      <p:sp>
        <p:nvSpPr>
          <p:cNvPr id="5" name="Footer Placeholder 4"/>
          <p:cNvSpPr>
            <a:spLocks noGrp="1"/>
          </p:cNvSpPr>
          <p:nvPr>
            <p:ph type="ftr" sz="quarter" idx="11"/>
          </p:nvPr>
        </p:nvSpPr>
        <p:spPr/>
        <p:txBody>
          <a:bodyPr/>
          <a:lstStyle/>
          <a:p>
            <a:r>
              <a:rPr lang="en-US" smtClean="0"/>
              <a:t>Ms Anosha Khan</a:t>
            </a:r>
            <a:endParaRPr lang="en-US"/>
          </a:p>
        </p:txBody>
      </p:sp>
      <p:sp>
        <p:nvSpPr>
          <p:cNvPr id="6" name="Slide Number Placeholder 5"/>
          <p:cNvSpPr>
            <a:spLocks noGrp="1"/>
          </p:cNvSpPr>
          <p:nvPr>
            <p:ph type="sldNum" sz="quarter" idx="12"/>
          </p:nvPr>
        </p:nvSpPr>
        <p:spPr/>
        <p:txBody>
          <a:bodyPr/>
          <a:lstStyle/>
          <a:p>
            <a:fld id="{BDCF7F6F-AAF4-4081-9FBA-A16679D15015}" type="slidenum">
              <a:rPr lang="en-US" smtClean="0"/>
              <a:t>18</a:t>
            </a:fld>
            <a:endParaRPr lang="en-US"/>
          </a:p>
        </p:txBody>
      </p:sp>
      <p:pic>
        <p:nvPicPr>
          <p:cNvPr id="7" name="Picture 6"/>
          <p:cNvPicPr>
            <a:picLocks noChangeAspect="1"/>
          </p:cNvPicPr>
          <p:nvPr/>
        </p:nvPicPr>
        <p:blipFill>
          <a:blip r:embed="rId2"/>
          <a:stretch>
            <a:fillRect/>
          </a:stretch>
        </p:blipFill>
        <p:spPr>
          <a:xfrm>
            <a:off x="3978752" y="2489720"/>
            <a:ext cx="7484810" cy="1045049"/>
          </a:xfrm>
          <a:prstGeom prst="rect">
            <a:avLst/>
          </a:prstGeom>
        </p:spPr>
      </p:pic>
    </p:spTree>
    <p:extLst>
      <p:ext uri="{BB962C8B-B14F-4D97-AF65-F5344CB8AC3E}">
        <p14:creationId xmlns:p14="http://schemas.microsoft.com/office/powerpoint/2010/main" val="31406907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Shallow </a:t>
            </a:r>
            <a:r>
              <a:rPr lang="en-US" dirty="0" err="1"/>
              <a:t>vs</a:t>
            </a:r>
            <a:r>
              <a:rPr lang="en-US" dirty="0"/>
              <a:t> Deep copy and Pointers</a:t>
            </a:r>
          </a:p>
        </p:txBody>
      </p:sp>
      <p:sp>
        <p:nvSpPr>
          <p:cNvPr id="3" name="Content Placeholder 2"/>
          <p:cNvSpPr>
            <a:spLocks noGrp="1"/>
          </p:cNvSpPr>
          <p:nvPr>
            <p:ph idx="1"/>
          </p:nvPr>
        </p:nvSpPr>
        <p:spPr/>
        <p:txBody>
          <a:bodyPr/>
          <a:lstStyle/>
          <a:p>
            <a:r>
              <a:rPr lang="en-US" dirty="0"/>
              <a:t>Next, consider the following statement:</a:t>
            </a:r>
          </a:p>
          <a:p>
            <a:r>
              <a:rPr lang="en-US" b="1" dirty="0"/>
              <a:t>second = first; //Line A</a:t>
            </a:r>
          </a:p>
          <a:p>
            <a:r>
              <a:rPr lang="en-US" dirty="0"/>
              <a:t>This statement copies the value of first into second. After this statement executes,</a:t>
            </a:r>
          </a:p>
          <a:p>
            <a:r>
              <a:rPr lang="en-US" dirty="0"/>
              <a:t>both first and second point to the same array</a:t>
            </a:r>
          </a:p>
        </p:txBody>
      </p:sp>
      <p:sp>
        <p:nvSpPr>
          <p:cNvPr id="4" name="Date Placeholder 3"/>
          <p:cNvSpPr>
            <a:spLocks noGrp="1"/>
          </p:cNvSpPr>
          <p:nvPr>
            <p:ph type="dt" sz="half" idx="10"/>
          </p:nvPr>
        </p:nvSpPr>
        <p:spPr/>
        <p:txBody>
          <a:bodyPr/>
          <a:lstStyle/>
          <a:p>
            <a:fld id="{94803CC5-FC4C-4913-B984-5375343945EA}" type="datetime1">
              <a:rPr lang="en-US" smtClean="0"/>
              <a:t>8/31/2023</a:t>
            </a:fld>
            <a:endParaRPr lang="en-US"/>
          </a:p>
        </p:txBody>
      </p:sp>
      <p:sp>
        <p:nvSpPr>
          <p:cNvPr id="5" name="Footer Placeholder 4"/>
          <p:cNvSpPr>
            <a:spLocks noGrp="1"/>
          </p:cNvSpPr>
          <p:nvPr>
            <p:ph type="ftr" sz="quarter" idx="11"/>
          </p:nvPr>
        </p:nvSpPr>
        <p:spPr/>
        <p:txBody>
          <a:bodyPr/>
          <a:lstStyle/>
          <a:p>
            <a:r>
              <a:rPr lang="en-US" smtClean="0"/>
              <a:t>Ms Anosha Khan</a:t>
            </a:r>
            <a:endParaRPr lang="en-US"/>
          </a:p>
        </p:txBody>
      </p:sp>
      <p:sp>
        <p:nvSpPr>
          <p:cNvPr id="6" name="Slide Number Placeholder 5"/>
          <p:cNvSpPr>
            <a:spLocks noGrp="1"/>
          </p:cNvSpPr>
          <p:nvPr>
            <p:ph type="sldNum" sz="quarter" idx="12"/>
          </p:nvPr>
        </p:nvSpPr>
        <p:spPr/>
        <p:txBody>
          <a:bodyPr/>
          <a:lstStyle/>
          <a:p>
            <a:fld id="{BDCF7F6F-AAF4-4081-9FBA-A16679D15015}" type="slidenum">
              <a:rPr lang="en-US" smtClean="0"/>
              <a:t>19</a:t>
            </a:fld>
            <a:endParaRPr lang="en-US"/>
          </a:p>
        </p:txBody>
      </p:sp>
      <p:pic>
        <p:nvPicPr>
          <p:cNvPr id="7" name="Picture 6"/>
          <p:cNvPicPr>
            <a:picLocks noChangeAspect="1"/>
          </p:cNvPicPr>
          <p:nvPr/>
        </p:nvPicPr>
        <p:blipFill>
          <a:blip r:embed="rId2"/>
          <a:stretch>
            <a:fillRect/>
          </a:stretch>
        </p:blipFill>
        <p:spPr>
          <a:xfrm>
            <a:off x="1723882" y="3996590"/>
            <a:ext cx="7065275" cy="1515615"/>
          </a:xfrm>
          <a:prstGeom prst="rect">
            <a:avLst/>
          </a:prstGeom>
        </p:spPr>
      </p:pic>
    </p:spTree>
    <p:extLst>
      <p:ext uri="{BB962C8B-B14F-4D97-AF65-F5344CB8AC3E}">
        <p14:creationId xmlns:p14="http://schemas.microsoft.com/office/powerpoint/2010/main" val="27831023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Shallow </a:t>
            </a:r>
            <a:r>
              <a:rPr lang="en-US" dirty="0" err="1"/>
              <a:t>vs</a:t>
            </a:r>
            <a:r>
              <a:rPr lang="en-US" dirty="0"/>
              <a:t> Deep copy and Pointers</a:t>
            </a:r>
          </a:p>
        </p:txBody>
      </p:sp>
      <p:sp>
        <p:nvSpPr>
          <p:cNvPr id="3" name="Content Placeholder 2"/>
          <p:cNvSpPr>
            <a:spLocks noGrp="1"/>
          </p:cNvSpPr>
          <p:nvPr>
            <p:ph idx="1"/>
          </p:nvPr>
        </p:nvSpPr>
        <p:spPr>
          <a:xfrm>
            <a:off x="1097279" y="1845733"/>
            <a:ext cx="10503317" cy="4814373"/>
          </a:xfrm>
        </p:spPr>
        <p:txBody>
          <a:bodyPr>
            <a:normAutofit lnSpcReduction="10000"/>
          </a:bodyPr>
          <a:lstStyle/>
          <a:p>
            <a:r>
              <a:rPr lang="en-US" sz="2800" dirty="0"/>
              <a:t>Let us next execute the following statement:</a:t>
            </a:r>
          </a:p>
          <a:p>
            <a:r>
              <a:rPr lang="en-US" sz="2800" b="1" dirty="0"/>
              <a:t>delete [] second;</a:t>
            </a:r>
          </a:p>
          <a:p>
            <a:r>
              <a:rPr lang="en-US" sz="2800" dirty="0"/>
              <a:t>After this statement executes, the array pointed to by second is deleted</a:t>
            </a:r>
            <a:r>
              <a:rPr lang="en-US" sz="2800" dirty="0" smtClean="0"/>
              <a:t>.</a:t>
            </a:r>
          </a:p>
          <a:p>
            <a:r>
              <a:rPr lang="en-US" sz="2800" dirty="0"/>
              <a:t>Because first and second point to the same array, after the statement: delete [] second; executes, first becomes invalid, that is, first (as well as second) are now dangling pointers. Therefore, if the program later tries to access the memory pointed to by first, either the program will access the wrong memory or it will terminate in an error. This case is an example of a shallow copy. More formally, in a shallow copy, two or more pointers of the same type point to the same memory; that is, they point to the same data.</a:t>
            </a:r>
          </a:p>
        </p:txBody>
      </p:sp>
      <p:sp>
        <p:nvSpPr>
          <p:cNvPr id="4" name="Date Placeholder 3"/>
          <p:cNvSpPr>
            <a:spLocks noGrp="1"/>
          </p:cNvSpPr>
          <p:nvPr>
            <p:ph type="dt" sz="half" idx="10"/>
          </p:nvPr>
        </p:nvSpPr>
        <p:spPr/>
        <p:txBody>
          <a:bodyPr/>
          <a:lstStyle/>
          <a:p>
            <a:fld id="{228E389D-A631-430F-8DE7-DC03A49D7951}" type="datetime1">
              <a:rPr lang="en-US" smtClean="0"/>
              <a:t>8/31/2023</a:t>
            </a:fld>
            <a:endParaRPr lang="en-US"/>
          </a:p>
        </p:txBody>
      </p:sp>
      <p:sp>
        <p:nvSpPr>
          <p:cNvPr id="5" name="Footer Placeholder 4"/>
          <p:cNvSpPr>
            <a:spLocks noGrp="1"/>
          </p:cNvSpPr>
          <p:nvPr>
            <p:ph type="ftr" sz="quarter" idx="11"/>
          </p:nvPr>
        </p:nvSpPr>
        <p:spPr/>
        <p:txBody>
          <a:bodyPr/>
          <a:lstStyle/>
          <a:p>
            <a:r>
              <a:rPr lang="en-US" smtClean="0"/>
              <a:t>Ms Anosha Khan</a:t>
            </a:r>
            <a:endParaRPr lang="en-US"/>
          </a:p>
        </p:txBody>
      </p:sp>
      <p:sp>
        <p:nvSpPr>
          <p:cNvPr id="6" name="Slide Number Placeholder 5"/>
          <p:cNvSpPr>
            <a:spLocks noGrp="1"/>
          </p:cNvSpPr>
          <p:nvPr>
            <p:ph type="sldNum" sz="quarter" idx="12"/>
          </p:nvPr>
        </p:nvSpPr>
        <p:spPr/>
        <p:txBody>
          <a:bodyPr/>
          <a:lstStyle/>
          <a:p>
            <a:fld id="{BDCF7F6F-AAF4-4081-9FBA-A16679D15015}" type="slidenum">
              <a:rPr lang="en-US" smtClean="0"/>
              <a:t>20</a:t>
            </a:fld>
            <a:endParaRPr lang="en-US"/>
          </a:p>
        </p:txBody>
      </p:sp>
      <p:pic>
        <p:nvPicPr>
          <p:cNvPr id="7" name="Picture 6"/>
          <p:cNvPicPr>
            <a:picLocks noChangeAspect="1"/>
          </p:cNvPicPr>
          <p:nvPr/>
        </p:nvPicPr>
        <p:blipFill>
          <a:blip r:embed="rId2"/>
          <a:stretch>
            <a:fillRect/>
          </a:stretch>
        </p:blipFill>
        <p:spPr>
          <a:xfrm>
            <a:off x="8088692" y="1619037"/>
            <a:ext cx="3853099" cy="1099629"/>
          </a:xfrm>
          <a:prstGeom prst="rect">
            <a:avLst/>
          </a:prstGeom>
        </p:spPr>
      </p:pic>
    </p:spTree>
    <p:extLst>
      <p:ext uri="{BB962C8B-B14F-4D97-AF65-F5344CB8AC3E}">
        <p14:creationId xmlns:p14="http://schemas.microsoft.com/office/powerpoint/2010/main" val="18539277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Deep Copy</a:t>
            </a:r>
            <a:endParaRPr lang="en-US" dirty="0"/>
          </a:p>
        </p:txBody>
      </p:sp>
      <p:sp>
        <p:nvSpPr>
          <p:cNvPr id="3" name="Content Placeholder 2"/>
          <p:cNvSpPr>
            <a:spLocks noGrp="1"/>
          </p:cNvSpPr>
          <p:nvPr>
            <p:ph idx="1"/>
          </p:nvPr>
        </p:nvSpPr>
        <p:spPr/>
        <p:txBody>
          <a:bodyPr>
            <a:normAutofit/>
          </a:bodyPr>
          <a:lstStyle/>
          <a:p>
            <a:r>
              <a:rPr lang="en-US" sz="3200" b="1" dirty="0"/>
              <a:t>second = new </a:t>
            </a:r>
            <a:r>
              <a:rPr lang="en-US" sz="3200" b="1" dirty="0" err="1"/>
              <a:t>int</a:t>
            </a:r>
            <a:r>
              <a:rPr lang="en-US" sz="3200" b="1" dirty="0"/>
              <a:t>[10];</a:t>
            </a:r>
          </a:p>
          <a:p>
            <a:r>
              <a:rPr lang="en-US" sz="3200" b="1" dirty="0"/>
              <a:t>for (</a:t>
            </a:r>
            <a:r>
              <a:rPr lang="en-US" sz="3200" b="1" dirty="0" err="1"/>
              <a:t>int</a:t>
            </a:r>
            <a:r>
              <a:rPr lang="en-US" sz="3200" b="1" dirty="0"/>
              <a:t> j = 0; j &lt; 10; j++)</a:t>
            </a:r>
          </a:p>
          <a:p>
            <a:pPr marL="201168" lvl="1" indent="0">
              <a:buNone/>
            </a:pPr>
            <a:r>
              <a:rPr lang="en-US" sz="2800" b="1" dirty="0" smtClean="0"/>
              <a:t>          second[j</a:t>
            </a:r>
            <a:r>
              <a:rPr lang="en-US" sz="2800" b="1" dirty="0"/>
              <a:t>] = first[j</a:t>
            </a:r>
            <a:r>
              <a:rPr lang="en-US" sz="2800" b="1" dirty="0" smtClean="0"/>
              <a:t>];</a:t>
            </a:r>
          </a:p>
          <a:p>
            <a:pPr marL="201168" lvl="1" indent="0">
              <a:buNone/>
            </a:pPr>
            <a:endParaRPr lang="en-US" sz="2800" b="1" dirty="0"/>
          </a:p>
          <a:p>
            <a:pPr marL="201168" lvl="1" indent="0">
              <a:buNone/>
            </a:pPr>
            <a:r>
              <a:rPr lang="en-US" sz="2800" dirty="0"/>
              <a:t>Both first and second now point to their own data. If second deletes its memory, there is no effect on first. This case is an example of a deep copy. More formally, in a deep copy, two or more pointers have their own data</a:t>
            </a:r>
            <a:endParaRPr lang="en-US" sz="2800" b="1" dirty="0"/>
          </a:p>
        </p:txBody>
      </p:sp>
      <p:sp>
        <p:nvSpPr>
          <p:cNvPr id="4" name="Date Placeholder 3"/>
          <p:cNvSpPr>
            <a:spLocks noGrp="1"/>
          </p:cNvSpPr>
          <p:nvPr>
            <p:ph type="dt" sz="half" idx="10"/>
          </p:nvPr>
        </p:nvSpPr>
        <p:spPr/>
        <p:txBody>
          <a:bodyPr/>
          <a:lstStyle/>
          <a:p>
            <a:fld id="{9D799EEC-9D1B-4E7E-92D8-80615D072B01}" type="datetime1">
              <a:rPr lang="en-US" smtClean="0"/>
              <a:t>8/31/2023</a:t>
            </a:fld>
            <a:endParaRPr lang="en-US"/>
          </a:p>
        </p:txBody>
      </p:sp>
      <p:sp>
        <p:nvSpPr>
          <p:cNvPr id="5" name="Footer Placeholder 4"/>
          <p:cNvSpPr>
            <a:spLocks noGrp="1"/>
          </p:cNvSpPr>
          <p:nvPr>
            <p:ph type="ftr" sz="quarter" idx="11"/>
          </p:nvPr>
        </p:nvSpPr>
        <p:spPr/>
        <p:txBody>
          <a:bodyPr/>
          <a:lstStyle/>
          <a:p>
            <a:r>
              <a:rPr lang="en-US" smtClean="0"/>
              <a:t>Ms Anosha Khan</a:t>
            </a:r>
            <a:endParaRPr lang="en-US"/>
          </a:p>
        </p:txBody>
      </p:sp>
      <p:sp>
        <p:nvSpPr>
          <p:cNvPr id="6" name="Slide Number Placeholder 5"/>
          <p:cNvSpPr>
            <a:spLocks noGrp="1"/>
          </p:cNvSpPr>
          <p:nvPr>
            <p:ph type="sldNum" sz="quarter" idx="12"/>
          </p:nvPr>
        </p:nvSpPr>
        <p:spPr/>
        <p:txBody>
          <a:bodyPr/>
          <a:lstStyle/>
          <a:p>
            <a:fld id="{BDCF7F6F-AAF4-4081-9FBA-A16679D15015}" type="slidenum">
              <a:rPr lang="en-US" smtClean="0"/>
              <a:t>21</a:t>
            </a:fld>
            <a:endParaRPr lang="en-US"/>
          </a:p>
        </p:txBody>
      </p:sp>
      <p:pic>
        <p:nvPicPr>
          <p:cNvPr id="7" name="Picture 6"/>
          <p:cNvPicPr>
            <a:picLocks noChangeAspect="1"/>
          </p:cNvPicPr>
          <p:nvPr/>
        </p:nvPicPr>
        <p:blipFill>
          <a:blip r:embed="rId2"/>
          <a:stretch>
            <a:fillRect/>
          </a:stretch>
        </p:blipFill>
        <p:spPr>
          <a:xfrm>
            <a:off x="5486047" y="2012598"/>
            <a:ext cx="6353175" cy="1390650"/>
          </a:xfrm>
          <a:prstGeom prst="rect">
            <a:avLst/>
          </a:prstGeom>
        </p:spPr>
      </p:pic>
    </p:spTree>
    <p:extLst>
      <p:ext uri="{BB962C8B-B14F-4D97-AF65-F5344CB8AC3E}">
        <p14:creationId xmlns:p14="http://schemas.microsoft.com/office/powerpoint/2010/main" val="2497584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How do Dynamic arrays work</a:t>
            </a:r>
            <a:r>
              <a:rPr lang="en-US" b="1" dirty="0" smtClean="0"/>
              <a:t>?</a:t>
            </a:r>
            <a:endParaRPr lang="en-US" dirty="0"/>
          </a:p>
        </p:txBody>
      </p:sp>
      <p:sp>
        <p:nvSpPr>
          <p:cNvPr id="3" name="Content Placeholder 2"/>
          <p:cNvSpPr>
            <a:spLocks noGrp="1"/>
          </p:cNvSpPr>
          <p:nvPr>
            <p:ph idx="1"/>
          </p:nvPr>
        </p:nvSpPr>
        <p:spPr/>
        <p:txBody>
          <a:bodyPr>
            <a:normAutofit/>
          </a:bodyPr>
          <a:lstStyle/>
          <a:p>
            <a:r>
              <a:rPr lang="en-US" sz="2800" b="1" dirty="0"/>
              <a:t>Approach:</a:t>
            </a:r>
            <a:r>
              <a:rPr lang="en-US" sz="2800" dirty="0"/>
              <a:t> When we enter an element in array but array is full then you create a function, this function creates a new array double size or as you wish and copy all element from the previous array to a new array and return this new array. Also, we can reduce the size of the array. and add an element at a given position, remove the element at the end default and at the position also.</a:t>
            </a:r>
          </a:p>
        </p:txBody>
      </p:sp>
      <p:sp>
        <p:nvSpPr>
          <p:cNvPr id="4" name="Date Placeholder 3"/>
          <p:cNvSpPr>
            <a:spLocks noGrp="1"/>
          </p:cNvSpPr>
          <p:nvPr>
            <p:ph type="dt" sz="half" idx="10"/>
          </p:nvPr>
        </p:nvSpPr>
        <p:spPr/>
        <p:txBody>
          <a:bodyPr/>
          <a:lstStyle/>
          <a:p>
            <a:fld id="{6ACEE459-B8B2-48FF-8992-82D99A8632ED}" type="datetime1">
              <a:rPr lang="en-US" smtClean="0"/>
              <a:t>8/31/2023</a:t>
            </a:fld>
            <a:endParaRPr lang="en-US"/>
          </a:p>
        </p:txBody>
      </p:sp>
      <p:sp>
        <p:nvSpPr>
          <p:cNvPr id="5" name="Footer Placeholder 4"/>
          <p:cNvSpPr>
            <a:spLocks noGrp="1"/>
          </p:cNvSpPr>
          <p:nvPr>
            <p:ph type="ftr" sz="quarter" idx="11"/>
          </p:nvPr>
        </p:nvSpPr>
        <p:spPr/>
        <p:txBody>
          <a:bodyPr/>
          <a:lstStyle/>
          <a:p>
            <a:r>
              <a:rPr lang="en-US" smtClean="0"/>
              <a:t>Ms Anosha Khan</a:t>
            </a:r>
            <a:endParaRPr lang="en-US"/>
          </a:p>
        </p:txBody>
      </p:sp>
      <p:sp>
        <p:nvSpPr>
          <p:cNvPr id="6" name="Slide Number Placeholder 5"/>
          <p:cNvSpPr>
            <a:spLocks noGrp="1"/>
          </p:cNvSpPr>
          <p:nvPr>
            <p:ph type="sldNum" sz="quarter" idx="12"/>
          </p:nvPr>
        </p:nvSpPr>
        <p:spPr/>
        <p:txBody>
          <a:bodyPr/>
          <a:lstStyle/>
          <a:p>
            <a:fld id="{BDCF7F6F-AAF4-4081-9FBA-A16679D15015}" type="slidenum">
              <a:rPr lang="en-US" smtClean="0"/>
              <a:t>22</a:t>
            </a:fld>
            <a:endParaRPr lang="en-US"/>
          </a:p>
        </p:txBody>
      </p:sp>
    </p:spTree>
    <p:extLst>
      <p:ext uri="{BB962C8B-B14F-4D97-AF65-F5344CB8AC3E}">
        <p14:creationId xmlns:p14="http://schemas.microsoft.com/office/powerpoint/2010/main" val="27630914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Grow Array</a:t>
            </a:r>
            <a:endParaRPr lang="en-US" dirty="0"/>
          </a:p>
        </p:txBody>
      </p:sp>
      <p:sp>
        <p:nvSpPr>
          <p:cNvPr id="3" name="Content Placeholder 2"/>
          <p:cNvSpPr>
            <a:spLocks noGrp="1"/>
          </p:cNvSpPr>
          <p:nvPr>
            <p:ph idx="1"/>
          </p:nvPr>
        </p:nvSpPr>
        <p:spPr/>
        <p:txBody>
          <a:bodyPr/>
          <a:lstStyle/>
          <a:p>
            <a:r>
              <a:rPr lang="en-US" b="1" dirty="0"/>
              <a:t>Add Element:</a:t>
            </a:r>
            <a:r>
              <a:rPr lang="en-US" dirty="0"/>
              <a:t> Add element at the end if the array size is not enough then extend the size of the array and add an element at the end of the original array as well as given index. </a:t>
            </a:r>
            <a:endParaRPr lang="en-US" dirty="0" smtClean="0"/>
          </a:p>
        </p:txBody>
      </p:sp>
      <p:sp>
        <p:nvSpPr>
          <p:cNvPr id="4" name="Date Placeholder 3"/>
          <p:cNvSpPr>
            <a:spLocks noGrp="1"/>
          </p:cNvSpPr>
          <p:nvPr>
            <p:ph type="dt" sz="half" idx="10"/>
          </p:nvPr>
        </p:nvSpPr>
        <p:spPr/>
        <p:txBody>
          <a:bodyPr/>
          <a:lstStyle/>
          <a:p>
            <a:fld id="{C11C0E48-7169-4B00-9350-6FEF40555E40}" type="datetime1">
              <a:rPr lang="en-US" smtClean="0"/>
              <a:t>8/31/2023</a:t>
            </a:fld>
            <a:endParaRPr lang="en-US"/>
          </a:p>
        </p:txBody>
      </p:sp>
      <p:sp>
        <p:nvSpPr>
          <p:cNvPr id="5" name="Footer Placeholder 4"/>
          <p:cNvSpPr>
            <a:spLocks noGrp="1"/>
          </p:cNvSpPr>
          <p:nvPr>
            <p:ph type="ftr" sz="quarter" idx="11"/>
          </p:nvPr>
        </p:nvSpPr>
        <p:spPr/>
        <p:txBody>
          <a:bodyPr/>
          <a:lstStyle/>
          <a:p>
            <a:r>
              <a:rPr lang="en-US" smtClean="0"/>
              <a:t>Ms Anosha Khan</a:t>
            </a:r>
            <a:endParaRPr lang="en-US"/>
          </a:p>
        </p:txBody>
      </p:sp>
      <p:sp>
        <p:nvSpPr>
          <p:cNvPr id="6" name="Slide Number Placeholder 5"/>
          <p:cNvSpPr>
            <a:spLocks noGrp="1"/>
          </p:cNvSpPr>
          <p:nvPr>
            <p:ph type="sldNum" sz="quarter" idx="12"/>
          </p:nvPr>
        </p:nvSpPr>
        <p:spPr/>
        <p:txBody>
          <a:bodyPr/>
          <a:lstStyle/>
          <a:p>
            <a:fld id="{BDCF7F6F-AAF4-4081-9FBA-A16679D15015}" type="slidenum">
              <a:rPr lang="en-US" smtClean="0"/>
              <a:t>23</a:t>
            </a:fld>
            <a:endParaRPr lang="en-US"/>
          </a:p>
        </p:txBody>
      </p:sp>
      <p:pic>
        <p:nvPicPr>
          <p:cNvPr id="1026" name="Picture 2" descr="Lightbo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4547" y="2543937"/>
            <a:ext cx="6624646" cy="36843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6690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r>
              <a:rPr lang="en-US" b="1" dirty="0"/>
              <a:t>Resize of Array Size:</a:t>
            </a:r>
            <a:endParaRPr lang="en-US" dirty="0"/>
          </a:p>
        </p:txBody>
      </p:sp>
      <p:sp>
        <p:nvSpPr>
          <p:cNvPr id="3" name="Content Placeholder 2"/>
          <p:cNvSpPr>
            <a:spLocks noGrp="1"/>
          </p:cNvSpPr>
          <p:nvPr>
            <p:ph idx="1"/>
          </p:nvPr>
        </p:nvSpPr>
        <p:spPr>
          <a:xfrm>
            <a:off x="1097280" y="1845734"/>
            <a:ext cx="4613407" cy="4023360"/>
          </a:xfrm>
        </p:spPr>
        <p:txBody>
          <a:bodyPr/>
          <a:lstStyle/>
          <a:p>
            <a:r>
              <a:rPr lang="en-US" dirty="0" smtClean="0"/>
              <a:t>When </a:t>
            </a:r>
            <a:r>
              <a:rPr lang="en-US" dirty="0"/>
              <a:t>the array has null/zero data (aside from an element added by you) at the right side of the array, meaning it has unused memory, the method </a:t>
            </a:r>
            <a:r>
              <a:rPr lang="en-US" dirty="0" err="1"/>
              <a:t>shrinkSize</a:t>
            </a:r>
            <a:r>
              <a:rPr lang="en-US" dirty="0"/>
              <a:t>() can free up the extra memory. </a:t>
            </a:r>
            <a:endParaRPr lang="en-US" dirty="0" smtClean="0"/>
          </a:p>
          <a:p>
            <a:r>
              <a:rPr lang="en-US" dirty="0" smtClean="0"/>
              <a:t>When </a:t>
            </a:r>
            <a:r>
              <a:rPr lang="en-US" dirty="0"/>
              <a:t>all space is consumed, and an additional element is to be added, then the underlying fixed-size array needs to increase in size. </a:t>
            </a:r>
            <a:endParaRPr lang="en-US" dirty="0" smtClean="0"/>
          </a:p>
          <a:p>
            <a:r>
              <a:rPr lang="en-US" dirty="0" smtClean="0"/>
              <a:t>Typically </a:t>
            </a:r>
            <a:r>
              <a:rPr lang="en-US" dirty="0"/>
              <a:t>resizing is expensive because you have to allocate a bigger array and copy over all of the elements from the array you have outgrown before we can finally</a:t>
            </a:r>
          </a:p>
        </p:txBody>
      </p:sp>
      <p:sp>
        <p:nvSpPr>
          <p:cNvPr id="4" name="Date Placeholder 3"/>
          <p:cNvSpPr>
            <a:spLocks noGrp="1"/>
          </p:cNvSpPr>
          <p:nvPr>
            <p:ph type="dt" sz="half" idx="10"/>
          </p:nvPr>
        </p:nvSpPr>
        <p:spPr/>
        <p:txBody>
          <a:bodyPr/>
          <a:lstStyle/>
          <a:p>
            <a:fld id="{D989DAF8-7F4A-48E3-8E7D-3336BBCBC53F}" type="datetime1">
              <a:rPr lang="en-US" smtClean="0"/>
              <a:t>8/31/2023</a:t>
            </a:fld>
            <a:endParaRPr lang="en-US"/>
          </a:p>
        </p:txBody>
      </p:sp>
      <p:sp>
        <p:nvSpPr>
          <p:cNvPr id="5" name="Footer Placeholder 4"/>
          <p:cNvSpPr>
            <a:spLocks noGrp="1"/>
          </p:cNvSpPr>
          <p:nvPr>
            <p:ph type="ftr" sz="quarter" idx="11"/>
          </p:nvPr>
        </p:nvSpPr>
        <p:spPr/>
        <p:txBody>
          <a:bodyPr/>
          <a:lstStyle/>
          <a:p>
            <a:r>
              <a:rPr lang="en-US" smtClean="0"/>
              <a:t>Ms Anosha Khan</a:t>
            </a:r>
            <a:endParaRPr lang="en-US"/>
          </a:p>
        </p:txBody>
      </p:sp>
      <p:sp>
        <p:nvSpPr>
          <p:cNvPr id="6" name="Slide Number Placeholder 5"/>
          <p:cNvSpPr>
            <a:spLocks noGrp="1"/>
          </p:cNvSpPr>
          <p:nvPr>
            <p:ph type="sldNum" sz="quarter" idx="12"/>
          </p:nvPr>
        </p:nvSpPr>
        <p:spPr/>
        <p:txBody>
          <a:bodyPr/>
          <a:lstStyle/>
          <a:p>
            <a:fld id="{BDCF7F6F-AAF4-4081-9FBA-A16679D15015}" type="slidenum">
              <a:rPr lang="en-US" smtClean="0"/>
              <a:t>24</a:t>
            </a:fld>
            <a:endParaRPr lang="en-US"/>
          </a:p>
        </p:txBody>
      </p:sp>
      <p:pic>
        <p:nvPicPr>
          <p:cNvPr id="2050" name="Picture 2" descr="Lightbo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37202" y="2072479"/>
            <a:ext cx="5802591" cy="35698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38481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8387" y="907705"/>
            <a:ext cx="10058400" cy="1450757"/>
          </a:xfrm>
        </p:spPr>
        <p:txBody>
          <a:bodyPr/>
          <a:lstStyle/>
          <a:p>
            <a:r>
              <a:rPr lang="en-US" dirty="0"/>
              <a:t>Dynamically resizing an array</a:t>
            </a:r>
            <a:br>
              <a:rPr lang="en-US" dirty="0"/>
            </a:br>
            <a:endParaRPr lang="en-US" dirty="0"/>
          </a:p>
        </p:txBody>
      </p:sp>
      <p:sp>
        <p:nvSpPr>
          <p:cNvPr id="3" name="Content Placeholder 2"/>
          <p:cNvSpPr>
            <a:spLocks noGrp="1"/>
          </p:cNvSpPr>
          <p:nvPr>
            <p:ph idx="1"/>
          </p:nvPr>
        </p:nvSpPr>
        <p:spPr>
          <a:xfrm>
            <a:off x="1097279" y="1845734"/>
            <a:ext cx="10600139" cy="4891496"/>
          </a:xfrm>
        </p:spPr>
        <p:txBody>
          <a:bodyPr>
            <a:normAutofit fontScale="85000" lnSpcReduction="20000"/>
          </a:bodyPr>
          <a:lstStyle/>
          <a:p>
            <a:pPr>
              <a:lnSpc>
                <a:spcPct val="120000"/>
              </a:lnSpc>
              <a:spcBef>
                <a:spcPts val="0"/>
              </a:spcBef>
              <a:spcAft>
                <a:spcPts val="0"/>
              </a:spcAft>
            </a:pPr>
            <a:r>
              <a:rPr lang="en-US" dirty="0" smtClean="0"/>
              <a:t>If </a:t>
            </a:r>
            <a:r>
              <a:rPr lang="en-US" dirty="0"/>
              <a:t>you have an existing array, and you want to make it bigger (add array cells to it), you cannot simply append new cells to the old ones.  Remember that arrays are stored in consecutive memory, and you never know whether or not the memory immediately after the array is already allocated for something else.   For that reason, the process takes a few more steps.  Here is an example using an integer array.  Let's say this is the original array:</a:t>
            </a:r>
          </a:p>
          <a:p>
            <a:pPr>
              <a:lnSpc>
                <a:spcPct val="120000"/>
              </a:lnSpc>
              <a:spcBef>
                <a:spcPts val="0"/>
              </a:spcBef>
              <a:spcAft>
                <a:spcPts val="0"/>
              </a:spcAft>
            </a:pPr>
            <a:r>
              <a:rPr lang="en-US" b="1" dirty="0"/>
              <a:t> </a:t>
            </a:r>
            <a:r>
              <a:rPr lang="en-US" b="1" dirty="0" err="1"/>
              <a:t>int</a:t>
            </a:r>
            <a:r>
              <a:rPr lang="en-US" b="1" dirty="0"/>
              <a:t> * list = new </a:t>
            </a:r>
            <a:r>
              <a:rPr lang="en-US" b="1" dirty="0" err="1"/>
              <a:t>int</a:t>
            </a:r>
            <a:r>
              <a:rPr lang="en-US" b="1" dirty="0"/>
              <a:t>[size]; </a:t>
            </a:r>
          </a:p>
          <a:p>
            <a:pPr>
              <a:lnSpc>
                <a:spcPct val="120000"/>
              </a:lnSpc>
              <a:spcBef>
                <a:spcPts val="0"/>
              </a:spcBef>
              <a:spcAft>
                <a:spcPts val="0"/>
              </a:spcAft>
            </a:pPr>
            <a:r>
              <a:rPr lang="en-US" dirty="0"/>
              <a:t>I want to resize this so that the array called list has space for 5 more numbers (presumably because the old one is full).</a:t>
            </a:r>
          </a:p>
          <a:p>
            <a:pPr>
              <a:lnSpc>
                <a:spcPct val="120000"/>
              </a:lnSpc>
              <a:spcBef>
                <a:spcPts val="0"/>
              </a:spcBef>
              <a:spcAft>
                <a:spcPts val="0"/>
              </a:spcAft>
            </a:pPr>
            <a:r>
              <a:rPr lang="en-US" dirty="0"/>
              <a:t>There are four main steps</a:t>
            </a:r>
            <a:r>
              <a:rPr lang="en-US" dirty="0" smtClean="0"/>
              <a:t>.</a:t>
            </a:r>
            <a:endParaRPr lang="en-US" dirty="0"/>
          </a:p>
          <a:p>
            <a:pPr>
              <a:lnSpc>
                <a:spcPct val="120000"/>
              </a:lnSpc>
              <a:spcBef>
                <a:spcPts val="0"/>
              </a:spcBef>
              <a:spcAft>
                <a:spcPts val="0"/>
              </a:spcAft>
            </a:pPr>
            <a:r>
              <a:rPr lang="en-US" dirty="0"/>
              <a:t>Create an entirely new array of the appropriate type and of the new size. (You'll need another pointer for this).</a:t>
            </a:r>
          </a:p>
          <a:p>
            <a:pPr>
              <a:lnSpc>
                <a:spcPct val="120000"/>
              </a:lnSpc>
              <a:spcBef>
                <a:spcPts val="0"/>
              </a:spcBef>
              <a:spcAft>
                <a:spcPts val="0"/>
              </a:spcAft>
            </a:pPr>
            <a:r>
              <a:rPr lang="en-US" b="1" dirty="0"/>
              <a:t> </a:t>
            </a:r>
            <a:r>
              <a:rPr lang="en-US" b="1" dirty="0" err="1"/>
              <a:t>int</a:t>
            </a:r>
            <a:r>
              <a:rPr lang="en-US" b="1" dirty="0"/>
              <a:t> * temp = new </a:t>
            </a:r>
            <a:r>
              <a:rPr lang="en-US" b="1" dirty="0" err="1"/>
              <a:t>int</a:t>
            </a:r>
            <a:r>
              <a:rPr lang="en-US" b="1" dirty="0"/>
              <a:t>[size + 5]; </a:t>
            </a:r>
          </a:p>
          <a:p>
            <a:pPr>
              <a:lnSpc>
                <a:spcPct val="120000"/>
              </a:lnSpc>
              <a:spcBef>
                <a:spcPts val="0"/>
              </a:spcBef>
              <a:spcAft>
                <a:spcPts val="0"/>
              </a:spcAft>
            </a:pPr>
            <a:r>
              <a:rPr lang="en-US" dirty="0"/>
              <a:t>Copy the data from the old array into the new array (keeping them in the same positions). This is easy with a for-loop.</a:t>
            </a:r>
          </a:p>
          <a:p>
            <a:pPr>
              <a:lnSpc>
                <a:spcPct val="120000"/>
              </a:lnSpc>
              <a:spcBef>
                <a:spcPts val="0"/>
              </a:spcBef>
              <a:spcAft>
                <a:spcPts val="0"/>
              </a:spcAft>
            </a:pPr>
            <a:r>
              <a:rPr lang="en-US" b="1" dirty="0"/>
              <a:t> for (</a:t>
            </a:r>
            <a:r>
              <a:rPr lang="en-US" b="1" dirty="0" err="1"/>
              <a:t>int</a:t>
            </a:r>
            <a:r>
              <a:rPr lang="en-US" b="1" dirty="0"/>
              <a:t> </a:t>
            </a:r>
            <a:r>
              <a:rPr lang="en-US" b="1" dirty="0" err="1"/>
              <a:t>i</a:t>
            </a:r>
            <a:r>
              <a:rPr lang="en-US" b="1" dirty="0"/>
              <a:t> = 0; </a:t>
            </a:r>
            <a:r>
              <a:rPr lang="en-US" b="1" dirty="0" err="1"/>
              <a:t>i</a:t>
            </a:r>
            <a:r>
              <a:rPr lang="en-US" b="1" dirty="0"/>
              <a:t> &lt; size; </a:t>
            </a:r>
            <a:r>
              <a:rPr lang="en-US" b="1" dirty="0" err="1"/>
              <a:t>i</a:t>
            </a:r>
            <a:r>
              <a:rPr lang="en-US" b="1" dirty="0"/>
              <a:t>++) </a:t>
            </a:r>
          </a:p>
          <a:p>
            <a:pPr>
              <a:lnSpc>
                <a:spcPct val="120000"/>
              </a:lnSpc>
              <a:spcBef>
                <a:spcPts val="0"/>
              </a:spcBef>
              <a:spcAft>
                <a:spcPts val="0"/>
              </a:spcAft>
            </a:pPr>
            <a:r>
              <a:rPr lang="en-US" b="1" dirty="0"/>
              <a:t>    temp[</a:t>
            </a:r>
            <a:r>
              <a:rPr lang="en-US" b="1" dirty="0" err="1"/>
              <a:t>i</a:t>
            </a:r>
            <a:r>
              <a:rPr lang="en-US" b="1" dirty="0"/>
              <a:t>] = list[</a:t>
            </a:r>
            <a:r>
              <a:rPr lang="en-US" b="1" dirty="0" err="1"/>
              <a:t>i</a:t>
            </a:r>
            <a:r>
              <a:rPr lang="en-US" b="1" dirty="0"/>
              <a:t>]; </a:t>
            </a:r>
          </a:p>
          <a:p>
            <a:pPr>
              <a:lnSpc>
                <a:spcPct val="120000"/>
              </a:lnSpc>
              <a:spcBef>
                <a:spcPts val="0"/>
              </a:spcBef>
              <a:spcAft>
                <a:spcPts val="0"/>
              </a:spcAft>
            </a:pPr>
            <a:r>
              <a:rPr lang="en-US" dirty="0"/>
              <a:t>Delete the old array -- you don't need it anymore! (Do as your Mom says, and take out the garbage!)</a:t>
            </a:r>
          </a:p>
          <a:p>
            <a:pPr>
              <a:lnSpc>
                <a:spcPct val="120000"/>
              </a:lnSpc>
              <a:spcBef>
                <a:spcPts val="0"/>
              </a:spcBef>
              <a:spcAft>
                <a:spcPts val="0"/>
              </a:spcAft>
            </a:pPr>
            <a:r>
              <a:rPr lang="en-US" dirty="0"/>
              <a:t> </a:t>
            </a:r>
            <a:r>
              <a:rPr lang="en-US" b="1" dirty="0"/>
              <a:t>delete [] list;  </a:t>
            </a:r>
            <a:r>
              <a:rPr lang="en-US" dirty="0"/>
              <a:t>// this deletes the array pointed to by "list" </a:t>
            </a:r>
          </a:p>
          <a:p>
            <a:pPr>
              <a:lnSpc>
                <a:spcPct val="120000"/>
              </a:lnSpc>
              <a:spcBef>
                <a:spcPts val="0"/>
              </a:spcBef>
              <a:spcAft>
                <a:spcPts val="0"/>
              </a:spcAft>
            </a:pPr>
            <a:r>
              <a:rPr lang="en-US" dirty="0"/>
              <a:t>Change the pointer. You still want the array to be called "list" (its original name), so change the list pointer to the new address.</a:t>
            </a:r>
          </a:p>
          <a:p>
            <a:pPr>
              <a:lnSpc>
                <a:spcPct val="120000"/>
              </a:lnSpc>
              <a:spcBef>
                <a:spcPts val="0"/>
              </a:spcBef>
              <a:spcAft>
                <a:spcPts val="0"/>
              </a:spcAft>
            </a:pPr>
            <a:r>
              <a:rPr lang="en-US" dirty="0"/>
              <a:t> </a:t>
            </a:r>
            <a:r>
              <a:rPr lang="en-US" b="1" dirty="0"/>
              <a:t>list = temp; </a:t>
            </a:r>
          </a:p>
        </p:txBody>
      </p:sp>
      <p:sp>
        <p:nvSpPr>
          <p:cNvPr id="4" name="Date Placeholder 3"/>
          <p:cNvSpPr>
            <a:spLocks noGrp="1"/>
          </p:cNvSpPr>
          <p:nvPr>
            <p:ph type="dt" sz="half" idx="10"/>
          </p:nvPr>
        </p:nvSpPr>
        <p:spPr/>
        <p:txBody>
          <a:bodyPr/>
          <a:lstStyle/>
          <a:p>
            <a:fld id="{DC2A39AA-BB4A-4CD8-A758-8B9F97324262}" type="datetime1">
              <a:rPr lang="en-US" smtClean="0"/>
              <a:t>8/31/2023</a:t>
            </a:fld>
            <a:endParaRPr lang="en-US"/>
          </a:p>
        </p:txBody>
      </p:sp>
      <p:sp>
        <p:nvSpPr>
          <p:cNvPr id="5" name="Footer Placeholder 4"/>
          <p:cNvSpPr>
            <a:spLocks noGrp="1"/>
          </p:cNvSpPr>
          <p:nvPr>
            <p:ph type="ftr" sz="quarter" idx="11"/>
          </p:nvPr>
        </p:nvSpPr>
        <p:spPr/>
        <p:txBody>
          <a:bodyPr/>
          <a:lstStyle/>
          <a:p>
            <a:r>
              <a:rPr lang="en-US" smtClean="0"/>
              <a:t>Ms Anosha Khan</a:t>
            </a:r>
            <a:endParaRPr lang="en-US"/>
          </a:p>
        </p:txBody>
      </p:sp>
      <p:sp>
        <p:nvSpPr>
          <p:cNvPr id="6" name="Slide Number Placeholder 5"/>
          <p:cNvSpPr>
            <a:spLocks noGrp="1"/>
          </p:cNvSpPr>
          <p:nvPr>
            <p:ph type="sldNum" sz="quarter" idx="12"/>
          </p:nvPr>
        </p:nvSpPr>
        <p:spPr/>
        <p:txBody>
          <a:bodyPr/>
          <a:lstStyle/>
          <a:p>
            <a:fld id="{BDCF7F6F-AAF4-4081-9FBA-A16679D15015}" type="slidenum">
              <a:rPr lang="en-US" smtClean="0"/>
              <a:t>25</a:t>
            </a:fld>
            <a:endParaRPr lang="en-US"/>
          </a:p>
        </p:txBody>
      </p:sp>
    </p:spTree>
    <p:extLst>
      <p:ext uri="{BB962C8B-B14F-4D97-AF65-F5344CB8AC3E}">
        <p14:creationId xmlns:p14="http://schemas.microsoft.com/office/powerpoint/2010/main" val="29725935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73191" y="60385"/>
            <a:ext cx="7335797" cy="5498158"/>
          </a:xfrm>
        </p:spPr>
        <p:txBody>
          <a:bodyPr>
            <a:noAutofit/>
          </a:bodyPr>
          <a:lstStyle/>
          <a:p>
            <a:pPr marL="0" indent="0">
              <a:lnSpc>
                <a:spcPct val="100000"/>
              </a:lnSpc>
              <a:spcBef>
                <a:spcPts val="0"/>
              </a:spcBef>
              <a:spcAft>
                <a:spcPts val="0"/>
              </a:spcAft>
            </a:pPr>
            <a:r>
              <a:rPr lang="en-US" sz="1600" dirty="0"/>
              <a:t>#include &lt;</a:t>
            </a:r>
            <a:r>
              <a:rPr lang="en-US" sz="1600" dirty="0" err="1"/>
              <a:t>iostream</a:t>
            </a:r>
            <a:r>
              <a:rPr lang="en-US" sz="1600" dirty="0"/>
              <a:t>&gt;</a:t>
            </a:r>
          </a:p>
          <a:p>
            <a:pPr marL="0" indent="0">
              <a:lnSpc>
                <a:spcPct val="100000"/>
              </a:lnSpc>
              <a:spcBef>
                <a:spcPts val="0"/>
              </a:spcBef>
              <a:spcAft>
                <a:spcPts val="0"/>
              </a:spcAft>
            </a:pPr>
            <a:r>
              <a:rPr lang="en-US" sz="1600" dirty="0"/>
              <a:t>#include &lt;</a:t>
            </a:r>
            <a:r>
              <a:rPr lang="en-US" sz="1600" dirty="0" err="1"/>
              <a:t>iomanip</a:t>
            </a:r>
            <a:r>
              <a:rPr lang="en-US" sz="1600" dirty="0"/>
              <a:t>&gt;</a:t>
            </a:r>
          </a:p>
          <a:p>
            <a:pPr marL="0" indent="0">
              <a:lnSpc>
                <a:spcPct val="100000"/>
              </a:lnSpc>
              <a:spcBef>
                <a:spcPts val="0"/>
              </a:spcBef>
              <a:spcAft>
                <a:spcPts val="0"/>
              </a:spcAft>
            </a:pPr>
            <a:r>
              <a:rPr lang="en-US" sz="1600" dirty="0"/>
              <a:t>using namespace </a:t>
            </a:r>
            <a:r>
              <a:rPr lang="en-US" sz="1600" dirty="0" err="1"/>
              <a:t>std</a:t>
            </a:r>
            <a:r>
              <a:rPr lang="en-US" sz="1600" dirty="0"/>
              <a:t>;</a:t>
            </a:r>
          </a:p>
          <a:p>
            <a:pPr marL="0" indent="0">
              <a:lnSpc>
                <a:spcPct val="100000"/>
              </a:lnSpc>
              <a:spcBef>
                <a:spcPts val="0"/>
              </a:spcBef>
              <a:spcAft>
                <a:spcPts val="0"/>
              </a:spcAft>
            </a:pPr>
            <a:r>
              <a:rPr lang="en-US" sz="1600" dirty="0" err="1"/>
              <a:t>int</a:t>
            </a:r>
            <a:r>
              <a:rPr lang="en-US" sz="1600" dirty="0"/>
              <a:t> main()</a:t>
            </a:r>
          </a:p>
          <a:p>
            <a:pPr marL="0" indent="0">
              <a:lnSpc>
                <a:spcPct val="100000"/>
              </a:lnSpc>
              <a:spcBef>
                <a:spcPts val="0"/>
              </a:spcBef>
              <a:spcAft>
                <a:spcPts val="0"/>
              </a:spcAft>
            </a:pPr>
            <a:r>
              <a:rPr lang="en-US" sz="1600" dirty="0"/>
              <a:t>{</a:t>
            </a:r>
          </a:p>
          <a:p>
            <a:pPr marL="0" indent="0">
              <a:lnSpc>
                <a:spcPct val="100000"/>
              </a:lnSpc>
              <a:spcBef>
                <a:spcPts val="0"/>
              </a:spcBef>
              <a:spcAft>
                <a:spcPts val="0"/>
              </a:spcAft>
            </a:pPr>
            <a:r>
              <a:rPr lang="en-US" sz="1600" dirty="0"/>
              <a:t>    </a:t>
            </a:r>
            <a:r>
              <a:rPr lang="en-US" sz="1600" dirty="0" err="1"/>
              <a:t>int</a:t>
            </a:r>
            <a:r>
              <a:rPr lang="en-US" sz="1600" dirty="0"/>
              <a:t> max = 5;           </a:t>
            </a:r>
          </a:p>
          <a:p>
            <a:pPr marL="0" indent="0">
              <a:lnSpc>
                <a:spcPct val="100000"/>
              </a:lnSpc>
              <a:spcBef>
                <a:spcPts val="0"/>
              </a:spcBef>
              <a:spcAft>
                <a:spcPts val="0"/>
              </a:spcAft>
            </a:pPr>
            <a:r>
              <a:rPr lang="en-US" sz="1600" dirty="0"/>
              <a:t>    </a:t>
            </a:r>
            <a:r>
              <a:rPr lang="en-US" sz="1600" dirty="0" err="1"/>
              <a:t>int</a:t>
            </a:r>
            <a:r>
              <a:rPr lang="en-US" sz="1600" dirty="0"/>
              <a:t>* a = new </a:t>
            </a:r>
            <a:r>
              <a:rPr lang="en-US" sz="1600" dirty="0" err="1"/>
              <a:t>int</a:t>
            </a:r>
            <a:r>
              <a:rPr lang="en-US" sz="1600" dirty="0"/>
              <a:t>[max</a:t>
            </a:r>
            <a:r>
              <a:rPr lang="en-US" sz="1600" dirty="0" smtClean="0"/>
              <a:t>];                               </a:t>
            </a:r>
            <a:r>
              <a:rPr lang="en-US" sz="1600" dirty="0"/>
              <a:t>// allocated on heap</a:t>
            </a:r>
          </a:p>
          <a:p>
            <a:pPr marL="0" indent="0">
              <a:lnSpc>
                <a:spcPct val="100000"/>
              </a:lnSpc>
              <a:spcBef>
                <a:spcPts val="0"/>
              </a:spcBef>
              <a:spcAft>
                <a:spcPts val="0"/>
              </a:spcAft>
            </a:pPr>
            <a:r>
              <a:rPr lang="en-US" sz="1600" dirty="0"/>
              <a:t>    </a:t>
            </a:r>
            <a:r>
              <a:rPr lang="en-US" sz="1600" dirty="0" err="1"/>
              <a:t>int</a:t>
            </a:r>
            <a:r>
              <a:rPr lang="en-US" sz="1600" dirty="0"/>
              <a:t> n = 0;</a:t>
            </a:r>
          </a:p>
          <a:p>
            <a:pPr marL="0" indent="0">
              <a:lnSpc>
                <a:spcPct val="100000"/>
              </a:lnSpc>
              <a:spcBef>
                <a:spcPts val="0"/>
              </a:spcBef>
              <a:spcAft>
                <a:spcPts val="0"/>
              </a:spcAft>
            </a:pPr>
            <a:r>
              <a:rPr lang="en-US" sz="1600" dirty="0"/>
              <a:t>    //--- Read into the array</a:t>
            </a:r>
          </a:p>
          <a:p>
            <a:pPr marL="0" indent="0">
              <a:lnSpc>
                <a:spcPct val="100000"/>
              </a:lnSpc>
              <a:spcBef>
                <a:spcPts val="0"/>
              </a:spcBef>
              <a:spcAft>
                <a:spcPts val="0"/>
              </a:spcAft>
            </a:pPr>
            <a:r>
              <a:rPr lang="en-US" sz="1600" dirty="0"/>
              <a:t>    while (</a:t>
            </a:r>
            <a:r>
              <a:rPr lang="en-US" sz="1600" dirty="0" err="1"/>
              <a:t>cin</a:t>
            </a:r>
            <a:r>
              <a:rPr lang="en-US" sz="1600" dirty="0"/>
              <a:t> &gt;&gt; a[n]) {</a:t>
            </a:r>
          </a:p>
          <a:p>
            <a:pPr marL="0" indent="0">
              <a:lnSpc>
                <a:spcPct val="100000"/>
              </a:lnSpc>
              <a:spcBef>
                <a:spcPts val="0"/>
              </a:spcBef>
              <a:spcAft>
                <a:spcPts val="0"/>
              </a:spcAft>
            </a:pPr>
            <a:r>
              <a:rPr lang="en-US" sz="1600" dirty="0"/>
              <a:t>        n++;</a:t>
            </a:r>
          </a:p>
          <a:p>
            <a:pPr marL="0" indent="0">
              <a:lnSpc>
                <a:spcPct val="100000"/>
              </a:lnSpc>
              <a:spcBef>
                <a:spcPts val="0"/>
              </a:spcBef>
              <a:spcAft>
                <a:spcPts val="0"/>
              </a:spcAft>
            </a:pPr>
            <a:r>
              <a:rPr lang="en-US" sz="1600" dirty="0"/>
              <a:t>        if (n &gt;= max) {</a:t>
            </a:r>
          </a:p>
          <a:p>
            <a:pPr marL="0" indent="0">
              <a:lnSpc>
                <a:spcPct val="100000"/>
              </a:lnSpc>
              <a:spcBef>
                <a:spcPts val="0"/>
              </a:spcBef>
              <a:spcAft>
                <a:spcPts val="0"/>
              </a:spcAft>
            </a:pPr>
            <a:r>
              <a:rPr lang="en-US" sz="1600" dirty="0"/>
              <a:t>            max = max * 2;            </a:t>
            </a:r>
            <a:r>
              <a:rPr lang="en-US" sz="1600" dirty="0" smtClean="0"/>
              <a:t>                 // </a:t>
            </a:r>
            <a:r>
              <a:rPr lang="en-US" sz="1600" dirty="0"/>
              <a:t>double the previous size</a:t>
            </a:r>
          </a:p>
          <a:p>
            <a:pPr marL="0" indent="0">
              <a:lnSpc>
                <a:spcPct val="100000"/>
              </a:lnSpc>
              <a:spcBef>
                <a:spcPts val="0"/>
              </a:spcBef>
              <a:spcAft>
                <a:spcPts val="0"/>
              </a:spcAft>
            </a:pPr>
            <a:r>
              <a:rPr lang="en-US" sz="1600" dirty="0"/>
              <a:t>            </a:t>
            </a:r>
            <a:r>
              <a:rPr lang="en-US" sz="1600" dirty="0" err="1"/>
              <a:t>int</a:t>
            </a:r>
            <a:r>
              <a:rPr lang="en-US" sz="1600" dirty="0"/>
              <a:t>* temp = new </a:t>
            </a:r>
            <a:r>
              <a:rPr lang="en-US" sz="1600" dirty="0" err="1"/>
              <a:t>int</a:t>
            </a:r>
            <a:r>
              <a:rPr lang="en-US" sz="1600" dirty="0"/>
              <a:t>[max]; </a:t>
            </a:r>
            <a:r>
              <a:rPr lang="en-US" sz="1600" dirty="0" smtClean="0"/>
              <a:t>        // </a:t>
            </a:r>
            <a:r>
              <a:rPr lang="en-US" sz="1600" dirty="0"/>
              <a:t>create new bigger array.</a:t>
            </a:r>
          </a:p>
          <a:p>
            <a:pPr marL="0" indent="0">
              <a:lnSpc>
                <a:spcPct val="100000"/>
              </a:lnSpc>
              <a:spcBef>
                <a:spcPts val="0"/>
              </a:spcBef>
              <a:spcAft>
                <a:spcPts val="0"/>
              </a:spcAft>
            </a:pPr>
            <a:r>
              <a:rPr lang="en-US" sz="1600" dirty="0"/>
              <a:t>            for (</a:t>
            </a:r>
            <a:r>
              <a:rPr lang="en-US" sz="1600" dirty="0" err="1"/>
              <a:t>int</a:t>
            </a:r>
            <a:r>
              <a:rPr lang="en-US" sz="1600" dirty="0"/>
              <a:t> </a:t>
            </a:r>
            <a:r>
              <a:rPr lang="en-US" sz="1600" dirty="0" err="1"/>
              <a:t>i</a:t>
            </a:r>
            <a:r>
              <a:rPr lang="en-US" sz="1600" dirty="0"/>
              <a:t> = 0; </a:t>
            </a:r>
            <a:r>
              <a:rPr lang="en-US" sz="1600" dirty="0" err="1"/>
              <a:t>i</a:t>
            </a:r>
            <a:r>
              <a:rPr lang="en-US" sz="1600" dirty="0"/>
              <a:t> &lt; n; </a:t>
            </a:r>
            <a:r>
              <a:rPr lang="en-US" sz="1600" dirty="0" err="1"/>
              <a:t>i</a:t>
            </a:r>
            <a:r>
              <a:rPr lang="en-US" sz="1600" dirty="0"/>
              <a:t>++) {</a:t>
            </a:r>
          </a:p>
          <a:p>
            <a:pPr marL="0" indent="0">
              <a:lnSpc>
                <a:spcPct val="100000"/>
              </a:lnSpc>
              <a:spcBef>
                <a:spcPts val="0"/>
              </a:spcBef>
              <a:spcAft>
                <a:spcPts val="0"/>
              </a:spcAft>
            </a:pPr>
            <a:r>
              <a:rPr lang="en-US" sz="1600" dirty="0"/>
              <a:t>                temp[</a:t>
            </a:r>
            <a:r>
              <a:rPr lang="en-US" sz="1600" dirty="0" err="1"/>
              <a:t>i</a:t>
            </a:r>
            <a:r>
              <a:rPr lang="en-US" sz="1600" dirty="0"/>
              <a:t>] = a[</a:t>
            </a:r>
            <a:r>
              <a:rPr lang="en-US" sz="1600" dirty="0" err="1"/>
              <a:t>i</a:t>
            </a:r>
            <a:r>
              <a:rPr lang="en-US" sz="1600" dirty="0"/>
              <a:t>];       </a:t>
            </a:r>
            <a:r>
              <a:rPr lang="en-US" sz="1600" dirty="0" smtClean="0"/>
              <a:t>                     // </a:t>
            </a:r>
            <a:r>
              <a:rPr lang="en-US" sz="1600" dirty="0"/>
              <a:t>copy values to new array.</a:t>
            </a:r>
          </a:p>
          <a:p>
            <a:pPr marL="0" indent="0">
              <a:lnSpc>
                <a:spcPct val="100000"/>
              </a:lnSpc>
              <a:spcBef>
                <a:spcPts val="0"/>
              </a:spcBef>
              <a:spcAft>
                <a:spcPts val="0"/>
              </a:spcAft>
            </a:pPr>
            <a:r>
              <a:rPr lang="en-US" sz="1600" dirty="0"/>
              <a:t>            }</a:t>
            </a:r>
          </a:p>
          <a:p>
            <a:pPr marL="0" indent="0">
              <a:lnSpc>
                <a:spcPct val="100000"/>
              </a:lnSpc>
              <a:spcBef>
                <a:spcPts val="0"/>
              </a:spcBef>
              <a:spcAft>
                <a:spcPts val="0"/>
              </a:spcAft>
            </a:pPr>
            <a:r>
              <a:rPr lang="en-US" sz="1600" dirty="0"/>
              <a:t>            delete[] a;             </a:t>
            </a:r>
            <a:r>
              <a:rPr lang="en-US" sz="1600" dirty="0" smtClean="0"/>
              <a:t>                         </a:t>
            </a:r>
            <a:r>
              <a:rPr lang="en-US" sz="1600" dirty="0"/>
              <a:t>// free old array memory.</a:t>
            </a:r>
          </a:p>
          <a:p>
            <a:pPr marL="0" indent="0">
              <a:lnSpc>
                <a:spcPct val="100000"/>
              </a:lnSpc>
              <a:spcBef>
                <a:spcPts val="0"/>
              </a:spcBef>
              <a:spcAft>
                <a:spcPts val="0"/>
              </a:spcAft>
            </a:pPr>
            <a:r>
              <a:rPr lang="en-US" sz="1600" dirty="0"/>
              <a:t>            a = temp;              </a:t>
            </a:r>
            <a:r>
              <a:rPr lang="en-US" sz="1600" dirty="0" smtClean="0"/>
              <a:t>                         </a:t>
            </a:r>
            <a:r>
              <a:rPr lang="en-US" sz="1600" dirty="0"/>
              <a:t>// now a points to new array.</a:t>
            </a:r>
          </a:p>
          <a:p>
            <a:pPr marL="0" indent="0">
              <a:lnSpc>
                <a:spcPct val="100000"/>
              </a:lnSpc>
              <a:spcBef>
                <a:spcPts val="0"/>
              </a:spcBef>
              <a:spcAft>
                <a:spcPts val="0"/>
              </a:spcAft>
            </a:pPr>
            <a:r>
              <a:rPr lang="en-US" sz="1600" dirty="0"/>
              <a:t>        }</a:t>
            </a:r>
          </a:p>
          <a:p>
            <a:pPr marL="0" indent="0">
              <a:lnSpc>
                <a:spcPct val="100000"/>
              </a:lnSpc>
              <a:spcBef>
                <a:spcPts val="0"/>
              </a:spcBef>
              <a:spcAft>
                <a:spcPts val="0"/>
              </a:spcAft>
            </a:pPr>
            <a:r>
              <a:rPr lang="en-US" sz="1600" dirty="0"/>
              <a:t>    }</a:t>
            </a:r>
          </a:p>
          <a:p>
            <a:pPr marL="0" indent="0">
              <a:lnSpc>
                <a:spcPct val="100000"/>
              </a:lnSpc>
              <a:spcBef>
                <a:spcPts val="0"/>
              </a:spcBef>
              <a:spcAft>
                <a:spcPts val="0"/>
              </a:spcAft>
            </a:pPr>
            <a:r>
              <a:rPr lang="en-US" sz="1600" dirty="0"/>
              <a:t>    for (</a:t>
            </a:r>
            <a:r>
              <a:rPr lang="en-US" sz="1600" dirty="0" err="1"/>
              <a:t>int</a:t>
            </a:r>
            <a:r>
              <a:rPr lang="en-US" sz="1600" dirty="0"/>
              <a:t> </a:t>
            </a:r>
            <a:r>
              <a:rPr lang="en-US" sz="1600" dirty="0" err="1"/>
              <a:t>i</a:t>
            </a:r>
            <a:r>
              <a:rPr lang="en-US" sz="1600" dirty="0"/>
              <a:t> = 0; </a:t>
            </a:r>
            <a:r>
              <a:rPr lang="en-US" sz="1600" dirty="0" err="1"/>
              <a:t>i</a:t>
            </a:r>
            <a:r>
              <a:rPr lang="en-US" sz="1600" dirty="0"/>
              <a:t> &lt; n; </a:t>
            </a:r>
            <a:r>
              <a:rPr lang="en-US" sz="1600" dirty="0" err="1"/>
              <a:t>i</a:t>
            </a:r>
            <a:r>
              <a:rPr lang="en-US" sz="1600" dirty="0"/>
              <a:t>++)</a:t>
            </a:r>
          </a:p>
          <a:p>
            <a:pPr marL="0" indent="0">
              <a:lnSpc>
                <a:spcPct val="100000"/>
              </a:lnSpc>
              <a:spcBef>
                <a:spcPts val="0"/>
              </a:spcBef>
              <a:spcAft>
                <a:spcPts val="0"/>
              </a:spcAft>
            </a:pPr>
            <a:r>
              <a:rPr lang="en-US" sz="1600" dirty="0"/>
              <a:t>    {</a:t>
            </a:r>
          </a:p>
          <a:p>
            <a:pPr marL="0" indent="0">
              <a:lnSpc>
                <a:spcPct val="100000"/>
              </a:lnSpc>
              <a:spcBef>
                <a:spcPts val="0"/>
              </a:spcBef>
              <a:spcAft>
                <a:spcPts val="0"/>
              </a:spcAft>
            </a:pPr>
            <a:r>
              <a:rPr lang="en-US" sz="1600" dirty="0"/>
              <a:t>        </a:t>
            </a:r>
            <a:r>
              <a:rPr lang="en-US" sz="1600" dirty="0" err="1"/>
              <a:t>cout</a:t>
            </a:r>
            <a:r>
              <a:rPr lang="en-US" sz="1600" dirty="0"/>
              <a:t> &lt;&lt; a[</a:t>
            </a:r>
            <a:r>
              <a:rPr lang="en-US" sz="1600" dirty="0" err="1"/>
              <a:t>i</a:t>
            </a:r>
            <a:r>
              <a:rPr lang="en-US" sz="1600" dirty="0"/>
              <a:t>] &lt;&lt; </a:t>
            </a:r>
            <a:r>
              <a:rPr lang="en-US" sz="1600" dirty="0" err="1"/>
              <a:t>endl</a:t>
            </a:r>
            <a:r>
              <a:rPr lang="en-US" sz="1600" dirty="0"/>
              <a:t>;</a:t>
            </a:r>
          </a:p>
          <a:p>
            <a:pPr marL="0" indent="0">
              <a:lnSpc>
                <a:spcPct val="100000"/>
              </a:lnSpc>
              <a:spcBef>
                <a:spcPts val="0"/>
              </a:spcBef>
              <a:spcAft>
                <a:spcPts val="0"/>
              </a:spcAft>
            </a:pPr>
            <a:r>
              <a:rPr lang="en-US" sz="1600" dirty="0"/>
              <a:t>    }</a:t>
            </a:r>
          </a:p>
          <a:p>
            <a:pPr marL="0" indent="0">
              <a:lnSpc>
                <a:spcPct val="100000"/>
              </a:lnSpc>
              <a:spcBef>
                <a:spcPts val="0"/>
              </a:spcBef>
              <a:spcAft>
                <a:spcPts val="0"/>
              </a:spcAft>
            </a:pPr>
            <a:r>
              <a:rPr lang="en-US" sz="1600" dirty="0"/>
              <a:t>}</a:t>
            </a:r>
          </a:p>
        </p:txBody>
      </p:sp>
      <p:sp>
        <p:nvSpPr>
          <p:cNvPr id="4" name="Date Placeholder 3"/>
          <p:cNvSpPr>
            <a:spLocks noGrp="1"/>
          </p:cNvSpPr>
          <p:nvPr>
            <p:ph type="dt" sz="half" idx="10"/>
          </p:nvPr>
        </p:nvSpPr>
        <p:spPr/>
        <p:txBody>
          <a:bodyPr/>
          <a:lstStyle/>
          <a:p>
            <a:fld id="{A163B0AB-4031-49F6-B566-F3842DCC46BF}" type="datetime1">
              <a:rPr lang="en-US" smtClean="0"/>
              <a:t>8/31/2023</a:t>
            </a:fld>
            <a:endParaRPr lang="en-US"/>
          </a:p>
        </p:txBody>
      </p:sp>
      <p:sp>
        <p:nvSpPr>
          <p:cNvPr id="5" name="Footer Placeholder 4"/>
          <p:cNvSpPr>
            <a:spLocks noGrp="1"/>
          </p:cNvSpPr>
          <p:nvPr>
            <p:ph type="ftr" sz="quarter" idx="11"/>
          </p:nvPr>
        </p:nvSpPr>
        <p:spPr/>
        <p:txBody>
          <a:bodyPr/>
          <a:lstStyle/>
          <a:p>
            <a:r>
              <a:rPr lang="en-US" smtClean="0"/>
              <a:t>Ms Anosha Khan</a:t>
            </a:r>
            <a:endParaRPr lang="en-US"/>
          </a:p>
        </p:txBody>
      </p:sp>
      <p:sp>
        <p:nvSpPr>
          <p:cNvPr id="6" name="Slide Number Placeholder 5"/>
          <p:cNvSpPr>
            <a:spLocks noGrp="1"/>
          </p:cNvSpPr>
          <p:nvPr>
            <p:ph type="sldNum" sz="quarter" idx="12"/>
          </p:nvPr>
        </p:nvSpPr>
        <p:spPr/>
        <p:txBody>
          <a:bodyPr/>
          <a:lstStyle/>
          <a:p>
            <a:fld id="{BDCF7F6F-AAF4-4081-9FBA-A16679D15015}" type="slidenum">
              <a:rPr lang="en-US" smtClean="0"/>
              <a:t>26</a:t>
            </a:fld>
            <a:endParaRPr lang="en-US"/>
          </a:p>
        </p:txBody>
      </p:sp>
    </p:spTree>
    <p:extLst>
      <p:ext uri="{BB962C8B-B14F-4D97-AF65-F5344CB8AC3E}">
        <p14:creationId xmlns:p14="http://schemas.microsoft.com/office/powerpoint/2010/main" val="1080637611"/>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3192</TotalTime>
  <Words>2463</Words>
  <Application>Microsoft Office PowerPoint</Application>
  <PresentationFormat>Widescreen</PresentationFormat>
  <Paragraphs>325</Paragraphs>
  <Slides>26</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Calibri</vt:lpstr>
      <vt:lpstr>Calibri Light</vt:lpstr>
      <vt:lpstr>Times New Roman</vt:lpstr>
      <vt:lpstr>Wingdings</vt:lpstr>
      <vt:lpstr>Retrospect</vt:lpstr>
      <vt:lpstr>Pointers </vt:lpstr>
      <vt:lpstr>Pointers and Functions</vt:lpstr>
      <vt:lpstr>Pass value to a pointer</vt:lpstr>
      <vt:lpstr>Reference to a pointer</vt:lpstr>
      <vt:lpstr>Returning a pointer from a function</vt:lpstr>
      <vt:lpstr>Returning reference from function</vt:lpstr>
      <vt:lpstr>C++ Pointer to Pointer (Multiple Indirection)</vt:lpstr>
      <vt:lpstr>C++ Pointer to Pointer (Multiple Indirection)</vt:lpstr>
      <vt:lpstr>Code</vt:lpstr>
      <vt:lpstr>Pointers to 2D array</vt:lpstr>
      <vt:lpstr>Pointers to 2D array</vt:lpstr>
      <vt:lpstr>Pointers to 2D array</vt:lpstr>
      <vt:lpstr>PowerPoint Presentation</vt:lpstr>
      <vt:lpstr>PowerPoint Presentation</vt:lpstr>
      <vt:lpstr>Dynamic two Dimensional Array</vt:lpstr>
      <vt:lpstr>PowerPoint Presentation</vt:lpstr>
      <vt:lpstr>PowerPoint Presentation</vt:lpstr>
      <vt:lpstr>Shallow vs Deep copy and Pointers</vt:lpstr>
      <vt:lpstr>Shallow vs Deep copy and Pointers</vt:lpstr>
      <vt:lpstr>Shallow vs Deep copy and Pointers</vt:lpstr>
      <vt:lpstr>Deep Copy</vt:lpstr>
      <vt:lpstr>How do Dynamic arrays work?</vt:lpstr>
      <vt:lpstr>Grow Array</vt:lpstr>
      <vt:lpstr> Resize of Array Size:</vt:lpstr>
      <vt:lpstr>Dynamically resizing an array </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Pointers </dc:title>
  <dc:creator>iuser</dc:creator>
  <cp:lastModifiedBy>anosha khan</cp:lastModifiedBy>
  <cp:revision>52</cp:revision>
  <dcterms:created xsi:type="dcterms:W3CDTF">2022-08-29T12:30:15Z</dcterms:created>
  <dcterms:modified xsi:type="dcterms:W3CDTF">2023-09-02T11:18:08Z</dcterms:modified>
</cp:coreProperties>
</file>