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93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34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5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8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16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1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7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6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94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312ACA-FCC1-4E8B-8038-3257E9E52D9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DEF545-801D-44A9-B201-0BCA35A1BE7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13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OOP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79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Class Members in C</a:t>
            </a:r>
            <a:r>
              <a:rPr lang="en-US" dirty="0" smtClean="0"/>
              <a:t>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pointers to normal variables and functions, we can have pointers to class member functions and member variables.</a:t>
            </a:r>
          </a:p>
        </p:txBody>
      </p:sp>
    </p:spTree>
    <p:extLst>
      <p:ext uri="{BB962C8B-B14F-4D97-AF65-F5344CB8AC3E}">
        <p14:creationId xmlns:p14="http://schemas.microsoft.com/office/powerpoint/2010/main" val="212879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Pointer of Class </a:t>
            </a:r>
            <a:r>
              <a:rPr lang="en-US" dirty="0" smtClean="0"/>
              <a:t>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We can define pointer of class type, which can be used to point to class objects</a:t>
            </a:r>
            <a:r>
              <a:rPr lang="en-US" sz="1800" dirty="0" smtClean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using namespace </a:t>
            </a:r>
            <a:r>
              <a:rPr lang="en-US" sz="1800" dirty="0" err="1"/>
              <a:t>std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class Simple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public: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int</a:t>
            </a:r>
            <a:r>
              <a:rPr lang="en-US" sz="1800" dirty="0"/>
              <a:t> a;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Simple </a:t>
            </a:r>
            <a:r>
              <a:rPr lang="en-US" sz="1800" dirty="0" err="1"/>
              <a:t>obj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obj.a</a:t>
            </a:r>
            <a:r>
              <a:rPr lang="en-US" sz="1800" dirty="0"/>
              <a:t> = 10;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Simple* </a:t>
            </a:r>
            <a:r>
              <a:rPr lang="en-US" sz="1800" dirty="0" err="1"/>
              <a:t>ptr</a:t>
            </a:r>
            <a:r>
              <a:rPr lang="en-US" sz="1800" dirty="0"/>
              <a:t>;   // Pointer of class type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ptr</a:t>
            </a:r>
            <a:r>
              <a:rPr lang="en-US" sz="1800" dirty="0"/>
              <a:t> = &amp;</a:t>
            </a:r>
            <a:r>
              <a:rPr lang="en-US" sz="1800" dirty="0" err="1"/>
              <a:t>obj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</a:t>
            </a:r>
            <a:r>
              <a:rPr lang="en-US" sz="1800" dirty="0" err="1"/>
              <a:t>obj.a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</a:t>
            </a:r>
            <a:r>
              <a:rPr lang="en-US" sz="1800" dirty="0" err="1"/>
              <a:t>ptr</a:t>
            </a:r>
            <a:r>
              <a:rPr lang="en-US" sz="1800" dirty="0"/>
              <a:t>-&gt;a;  // Accessing member with pointer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79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Dynamic Allocation of </a:t>
            </a:r>
            <a:r>
              <a:rPr lang="en-US" b="1" dirty="0" smtClean="0"/>
              <a:t>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2439550" cy="402336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class Fraction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public: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</a:t>
            </a:r>
            <a:r>
              <a:rPr lang="en-US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denom</a:t>
            </a:r>
            <a:r>
              <a:rPr lang="en-US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Fraction()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num</a:t>
            </a:r>
            <a:r>
              <a:rPr lang="en-US" dirty="0"/>
              <a:t> = 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denom</a:t>
            </a:r>
            <a:r>
              <a:rPr lang="en-US" dirty="0"/>
              <a:t> = 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Fraction(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num</a:t>
            </a:r>
            <a:r>
              <a:rPr lang="en-US" dirty="0"/>
              <a:t> = a;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denom</a:t>
            </a:r>
            <a:r>
              <a:rPr lang="en-US" dirty="0"/>
              <a:t> = b;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};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11901" y="2010754"/>
            <a:ext cx="856315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Just like basic types, objects can be allocated dynamically, as well.</a:t>
            </a:r>
          </a:p>
          <a:p>
            <a:r>
              <a:rPr lang="en-US" dirty="0" smtClean="0"/>
              <a:t>But remember, when an object is created, the constructor runs. Default constructor is invoked unless parameters are added:</a:t>
            </a:r>
          </a:p>
          <a:p>
            <a:r>
              <a:rPr lang="en-US" dirty="0" smtClean="0"/>
              <a:t>  Fraction * fp1, * fp2, * </a:t>
            </a:r>
            <a:r>
              <a:rPr lang="en-US" dirty="0" err="1" smtClean="0"/>
              <a:t>flist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fp1 = new Fraction;		// uses default constructor</a:t>
            </a:r>
          </a:p>
          <a:p>
            <a:r>
              <a:rPr lang="en-US" dirty="0" smtClean="0"/>
              <a:t>  fp2 = new Fraction(3,5);	// uses constructor with two parameters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 err="1" smtClean="0"/>
              <a:t>flist</a:t>
            </a:r>
            <a:r>
              <a:rPr lang="en-US" dirty="0" smtClean="0"/>
              <a:t> = new Fraction[20];	// dynamic array of 20 Fraction objects</a:t>
            </a:r>
          </a:p>
          <a:p>
            <a:r>
              <a:rPr lang="en-US" dirty="0" smtClean="0"/>
              <a:t>				//  default constructor used on each</a:t>
            </a:r>
          </a:p>
          <a:p>
            <a:r>
              <a:rPr lang="en-US" dirty="0" err="1" smtClean="0"/>
              <a:t>Deallocation</a:t>
            </a:r>
            <a:r>
              <a:rPr lang="en-US" dirty="0" smtClean="0"/>
              <a:t> with delete works the same as for basic types:</a:t>
            </a:r>
          </a:p>
          <a:p>
            <a:r>
              <a:rPr lang="en-US" dirty="0" smtClean="0"/>
              <a:t>  delete fp1;</a:t>
            </a:r>
          </a:p>
          <a:p>
            <a:r>
              <a:rPr lang="en-US" dirty="0" smtClean="0"/>
              <a:t>  delete fp2;</a:t>
            </a:r>
          </a:p>
          <a:p>
            <a:r>
              <a:rPr lang="en-US" dirty="0" smtClean="0"/>
              <a:t>  delete [] </a:t>
            </a:r>
            <a:r>
              <a:rPr lang="en-US" dirty="0" err="1" smtClean="0"/>
              <a:t>flist</a:t>
            </a:r>
            <a:r>
              <a:rPr lang="en-US" dirty="0" smtClean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09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Notation: dot-operator vs. </a:t>
            </a:r>
            <a:r>
              <a:rPr lang="en-US" b="1" dirty="0" smtClean="0"/>
              <a:t>arrow-operator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dot-operator requires an object name (or effective name) on the left side</a:t>
            </a:r>
          </a:p>
          <a:p>
            <a:r>
              <a:rPr lang="en-US" dirty="0"/>
              <a:t>  </a:t>
            </a:r>
            <a:r>
              <a:rPr lang="en-US" b="1" dirty="0" err="1"/>
              <a:t>objectName.memberName</a:t>
            </a:r>
            <a:r>
              <a:rPr lang="en-US" dirty="0"/>
              <a:t>		// member can be data or function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arrow operator works similarly as with structures.</a:t>
            </a:r>
          </a:p>
          <a:p>
            <a:r>
              <a:rPr lang="en-US" dirty="0"/>
              <a:t>  </a:t>
            </a:r>
            <a:r>
              <a:rPr lang="en-US" b="1" dirty="0" err="1"/>
              <a:t>pointerToObject</a:t>
            </a:r>
            <a:r>
              <a:rPr lang="en-US" b="1" dirty="0"/>
              <a:t>-&gt;</a:t>
            </a:r>
            <a:r>
              <a:rPr lang="en-US" b="1" dirty="0" err="1"/>
              <a:t>memberName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Remember that if you have a pointer to an object, the pointer name would have to be dereferenced first, to use the dot-operator:</a:t>
            </a:r>
          </a:p>
          <a:p>
            <a:r>
              <a:rPr lang="en-US" dirty="0"/>
              <a:t>  </a:t>
            </a:r>
            <a:r>
              <a:rPr lang="en-US" b="1" dirty="0"/>
              <a:t>(*fp1).Show();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Arrow operator is a nice shortcut, avoiding the use or </a:t>
            </a:r>
            <a:r>
              <a:rPr lang="en-US" dirty="0" err="1"/>
              <a:t>parintheses</a:t>
            </a:r>
            <a:r>
              <a:rPr lang="en-US" dirty="0"/>
              <a:t> to force order of operations:</a:t>
            </a:r>
          </a:p>
          <a:p>
            <a:r>
              <a:rPr lang="en-US" dirty="0"/>
              <a:t>  </a:t>
            </a:r>
            <a:r>
              <a:rPr lang="en-US" b="1" dirty="0"/>
              <a:t>fp1-&gt;Show();</a:t>
            </a:r>
            <a:r>
              <a:rPr lang="en-US" dirty="0"/>
              <a:t>		// equivalent to (*fp1).Show();</a:t>
            </a:r>
          </a:p>
        </p:txBody>
      </p:sp>
    </p:spTree>
    <p:extLst>
      <p:ext uri="{BB962C8B-B14F-4D97-AF65-F5344CB8AC3E}">
        <p14:creationId xmlns:p14="http://schemas.microsoft.com/office/powerpoint/2010/main" val="138704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Notation: dot-operator vs. arrow-operator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using dynamic allocation of objects, we use pointers, both to single object and to arrays of objects. Here's a good rule of thumb:</a:t>
            </a:r>
          </a:p>
          <a:p>
            <a:r>
              <a:rPr lang="en-US" dirty="0"/>
              <a:t>For pointers to single objects, arrow operator is easiest:</a:t>
            </a:r>
          </a:p>
          <a:p>
            <a:r>
              <a:rPr lang="en-US" b="1" dirty="0"/>
              <a:t>  fp1-&gt;Show();</a:t>
            </a:r>
          </a:p>
          <a:p>
            <a:r>
              <a:rPr lang="en-US" b="1" dirty="0"/>
              <a:t>  fp2-&gt;</a:t>
            </a:r>
            <a:r>
              <a:rPr lang="en-US" b="1" dirty="0" err="1"/>
              <a:t>GetNumerator</a:t>
            </a:r>
            <a:r>
              <a:rPr lang="en-US" b="1" dirty="0"/>
              <a:t>();</a:t>
            </a:r>
          </a:p>
          <a:p>
            <a:r>
              <a:rPr lang="en-US" b="1" dirty="0"/>
              <a:t>  fp2-&gt;Input();</a:t>
            </a:r>
          </a:p>
          <a:p>
            <a:r>
              <a:rPr lang="en-US" dirty="0"/>
              <a:t>For dynamically allocated arrays of objects, the pointer acts as the array name, but the object "names" can be reached with the bracket operator. Arrow operator usually not needed:</a:t>
            </a:r>
          </a:p>
          <a:p>
            <a:r>
              <a:rPr lang="en-US" b="1" dirty="0"/>
              <a:t>  </a:t>
            </a:r>
            <a:r>
              <a:rPr lang="en-US" b="1" dirty="0" err="1"/>
              <a:t>flist</a:t>
            </a:r>
            <a:r>
              <a:rPr lang="en-US" b="1" dirty="0"/>
              <a:t>[3].Show();</a:t>
            </a:r>
          </a:p>
          <a:p>
            <a:r>
              <a:rPr lang="en-US" b="1" dirty="0"/>
              <a:t>  </a:t>
            </a:r>
            <a:r>
              <a:rPr lang="en-US" b="1" dirty="0" err="1"/>
              <a:t>flist</a:t>
            </a:r>
            <a:r>
              <a:rPr lang="en-US" b="1" dirty="0"/>
              <a:t>[5].</a:t>
            </a:r>
            <a:r>
              <a:rPr lang="en-US" b="1" dirty="0" err="1"/>
              <a:t>GetNumerator</a:t>
            </a:r>
            <a:r>
              <a:rPr lang="en-US" b="1" dirty="0"/>
              <a:t>();</a:t>
            </a:r>
          </a:p>
          <a:p>
            <a:r>
              <a:rPr lang="en-US" dirty="0" smtClean="0"/>
              <a:t>  </a:t>
            </a:r>
            <a:r>
              <a:rPr lang="en-US" dirty="0"/>
              <a:t>// note that this would be INCORRECT, </a:t>
            </a:r>
            <a:r>
              <a:rPr lang="en-US" dirty="0" err="1"/>
              <a:t>flist</a:t>
            </a:r>
            <a:r>
              <a:rPr lang="en-US" dirty="0"/>
              <a:t>[2] is an object, not a pointer</a:t>
            </a:r>
          </a:p>
          <a:p>
            <a:r>
              <a:rPr lang="en-US" b="1" dirty="0"/>
              <a:t>  </a:t>
            </a:r>
            <a:r>
              <a:rPr lang="en-US" b="1" dirty="0" err="1"/>
              <a:t>flist</a:t>
            </a:r>
            <a:r>
              <a:rPr lang="en-US" b="1" dirty="0"/>
              <a:t>[2]-&gt;Show();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Data Members of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Syntax for Declaration 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b="1" dirty="0" err="1"/>
              <a:t>datatype</a:t>
            </a:r>
            <a:r>
              <a:rPr lang="en-US" sz="2400" b="1" dirty="0"/>
              <a:t> </a:t>
            </a:r>
            <a:r>
              <a:rPr lang="en-US" sz="2400" b="1" dirty="0" err="1"/>
              <a:t>class_name</a:t>
            </a:r>
            <a:r>
              <a:rPr lang="en-US" sz="2400" b="1" dirty="0"/>
              <a:t> :: *</a:t>
            </a:r>
            <a:r>
              <a:rPr lang="en-US" sz="2400" b="1" dirty="0" err="1"/>
              <a:t>pointer_name</a:t>
            </a:r>
            <a:r>
              <a:rPr lang="en-US" sz="2400" b="1" dirty="0"/>
              <a:t>;</a:t>
            </a:r>
          </a:p>
          <a:p>
            <a:r>
              <a:rPr lang="en-US" sz="2400" dirty="0"/>
              <a:t>Syntax for Assignment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b="1" dirty="0" err="1"/>
              <a:t>pointer_name</a:t>
            </a:r>
            <a:r>
              <a:rPr lang="en-US" sz="2400" b="1" dirty="0"/>
              <a:t> = &amp;</a:t>
            </a:r>
            <a:r>
              <a:rPr lang="en-US" sz="2400" b="1" dirty="0" err="1"/>
              <a:t>class_name</a:t>
            </a:r>
            <a:r>
              <a:rPr lang="en-US" sz="2400" b="1" dirty="0"/>
              <a:t> :: </a:t>
            </a:r>
            <a:r>
              <a:rPr lang="en-US" sz="2400" b="1" dirty="0" err="1"/>
              <a:t>datamember_name</a:t>
            </a:r>
            <a:r>
              <a:rPr lang="en-US" sz="2400" b="1" dirty="0"/>
              <a:t>;</a:t>
            </a:r>
          </a:p>
          <a:p>
            <a:r>
              <a:rPr lang="en-US" sz="2400" dirty="0"/>
              <a:t>Both declaration and assignment can be done in a single statement too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b="1" dirty="0" err="1"/>
              <a:t>datatype</a:t>
            </a:r>
            <a:r>
              <a:rPr lang="en-US" sz="2400" b="1" dirty="0"/>
              <a:t> </a:t>
            </a:r>
            <a:r>
              <a:rPr lang="en-US" sz="2400" b="1" dirty="0" err="1"/>
              <a:t>class_name</a:t>
            </a:r>
            <a:r>
              <a:rPr lang="en-US" sz="2400" b="1" dirty="0"/>
              <a:t>::*</a:t>
            </a:r>
            <a:r>
              <a:rPr lang="en-US" sz="2400" b="1" dirty="0" err="1"/>
              <a:t>pointer_name</a:t>
            </a:r>
            <a:r>
              <a:rPr lang="en-US" sz="2400" b="1" dirty="0"/>
              <a:t> = &amp;</a:t>
            </a:r>
            <a:r>
              <a:rPr lang="en-US" sz="2400" b="1" dirty="0" err="1"/>
              <a:t>class_name</a:t>
            </a:r>
            <a:r>
              <a:rPr lang="en-US" sz="2400" b="1" dirty="0"/>
              <a:t>::</a:t>
            </a:r>
            <a:r>
              <a:rPr lang="en-US" sz="2400" b="1" dirty="0" err="1"/>
              <a:t>datamember_name</a:t>
            </a:r>
            <a:r>
              <a:rPr lang="en-US" sz="2400" b="1" dirty="0"/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391395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Pointers with </a:t>
            </a:r>
            <a:r>
              <a:rPr lang="en-US" dirty="0" smtClean="0"/>
              <a:t>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accessing normal data members we use the dot . operator with object and -&gt; </a:t>
            </a:r>
            <a:r>
              <a:rPr lang="en-US" sz="2400" dirty="0" err="1"/>
              <a:t>qith</a:t>
            </a:r>
            <a:r>
              <a:rPr lang="en-US" sz="2400" dirty="0"/>
              <a:t> pointer to object. But when we have a pointer to data member, we have to dereference that pointer to get what its pointing to, hence it becomes</a:t>
            </a:r>
            <a:r>
              <a:rPr lang="en-US" sz="2400" dirty="0" smtClean="0"/>
              <a:t>,</a:t>
            </a:r>
            <a:endParaRPr lang="en-US" sz="2400" dirty="0"/>
          </a:p>
          <a:p>
            <a:r>
              <a:rPr lang="en-US" sz="2400" b="1" dirty="0"/>
              <a:t>Object.*</a:t>
            </a:r>
            <a:r>
              <a:rPr lang="en-US" sz="2400" b="1" dirty="0" err="1"/>
              <a:t>pointerToMember</a:t>
            </a:r>
            <a:endParaRPr lang="en-US" sz="2400" b="1" dirty="0"/>
          </a:p>
          <a:p>
            <a:r>
              <a:rPr lang="en-US" sz="2400" dirty="0"/>
              <a:t>and with pointer to object, it can be accessed by writing</a:t>
            </a:r>
            <a:r>
              <a:rPr lang="en-US" sz="2400" dirty="0" smtClean="0"/>
              <a:t>,</a:t>
            </a:r>
            <a:endParaRPr lang="en-US" sz="2400" dirty="0"/>
          </a:p>
          <a:p>
            <a:r>
              <a:rPr lang="en-US" sz="2400" b="1" dirty="0" err="1"/>
              <a:t>ObjectPointer</a:t>
            </a:r>
            <a:r>
              <a:rPr lang="en-US" sz="2400" b="1" dirty="0"/>
              <a:t>-&gt;*</a:t>
            </a:r>
            <a:r>
              <a:rPr lang="en-US" sz="2400" b="1" dirty="0" err="1"/>
              <a:t>pointerToMember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1511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Data Members of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92600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class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public: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a;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void print()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"a is " &lt;&lt; a;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};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Data d, * </a:t>
            </a:r>
            <a:r>
              <a:rPr lang="en-US" dirty="0" err="1"/>
              <a:t>dp</a:t>
            </a:r>
            <a:r>
              <a:rPr lang="en-US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dp</a:t>
            </a:r>
            <a:r>
              <a:rPr lang="en-US" dirty="0"/>
              <a:t> = &amp;d;     // pointer to object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Data::* </a:t>
            </a:r>
            <a:r>
              <a:rPr lang="en-US" dirty="0" err="1"/>
              <a:t>ptr</a:t>
            </a:r>
            <a:r>
              <a:rPr lang="en-US" dirty="0"/>
              <a:t> = &amp;Data::a;   // pointer to data member 'a'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d.*</a:t>
            </a:r>
            <a:r>
              <a:rPr lang="en-US" dirty="0" err="1"/>
              <a:t>ptr</a:t>
            </a:r>
            <a:r>
              <a:rPr lang="en-US" dirty="0"/>
              <a:t> = 10;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d.print</a:t>
            </a:r>
            <a:r>
              <a:rPr lang="en-US" dirty="0"/>
              <a:t>();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dp</a:t>
            </a:r>
            <a:r>
              <a:rPr lang="en-US" dirty="0"/>
              <a:t>-&gt;*</a:t>
            </a:r>
            <a:r>
              <a:rPr lang="en-US" dirty="0" err="1"/>
              <a:t>ptr</a:t>
            </a:r>
            <a:r>
              <a:rPr lang="en-US" dirty="0"/>
              <a:t> = 20;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dp</a:t>
            </a:r>
            <a:r>
              <a:rPr lang="en-US" dirty="0"/>
              <a:t>-&gt;print();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817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Member Functions of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Pointers can be used to </a:t>
            </a:r>
            <a:r>
              <a:rPr lang="en-US" dirty="0" smtClean="0"/>
              <a:t>point </a:t>
            </a:r>
            <a:r>
              <a:rPr lang="en-US" dirty="0"/>
              <a:t>to class's Member functions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Syntax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b="1" dirty="0" err="1"/>
              <a:t>return_type</a:t>
            </a:r>
            <a:r>
              <a:rPr lang="en-US" b="1" dirty="0"/>
              <a:t> (</a:t>
            </a:r>
            <a:r>
              <a:rPr lang="en-US" b="1" dirty="0" err="1"/>
              <a:t>class_name</a:t>
            </a:r>
            <a:r>
              <a:rPr lang="en-US" b="1" dirty="0"/>
              <a:t>::*</a:t>
            </a:r>
            <a:r>
              <a:rPr lang="en-US" b="1" dirty="0" err="1"/>
              <a:t>ptr_name</a:t>
            </a:r>
            <a:r>
              <a:rPr lang="en-US" b="1" dirty="0"/>
              <a:t>) (</a:t>
            </a:r>
            <a:r>
              <a:rPr lang="en-US" b="1" dirty="0" err="1"/>
              <a:t>argument_type</a:t>
            </a:r>
            <a:r>
              <a:rPr lang="en-US" b="1" dirty="0"/>
              <a:t>) = &amp;</a:t>
            </a:r>
            <a:r>
              <a:rPr lang="en-US" b="1" dirty="0" err="1"/>
              <a:t>class_name</a:t>
            </a:r>
            <a:r>
              <a:rPr lang="en-US" b="1" dirty="0"/>
              <a:t>::</a:t>
            </a:r>
            <a:r>
              <a:rPr lang="en-US" b="1" dirty="0" err="1"/>
              <a:t>function_name</a:t>
            </a:r>
            <a:r>
              <a:rPr lang="en-US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1176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Member Functions of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74107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class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public: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</a:t>
            </a:r>
            <a:r>
              <a:rPr lang="en-US" sz="1400" dirty="0" err="1"/>
              <a:t>int</a:t>
            </a:r>
            <a:r>
              <a:rPr lang="en-US" sz="1400" dirty="0"/>
              <a:t> f(float 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    return 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/>
              <a:t>};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err="1"/>
              <a:t>int</a:t>
            </a:r>
            <a:r>
              <a:rPr lang="en-US" sz="1400" dirty="0"/>
              <a:t> (Data::* fp1) (float) = &amp;Data::f;   // Declaration and assignment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err="1"/>
              <a:t>int</a:t>
            </a:r>
            <a:r>
              <a:rPr lang="en-US" sz="1400" dirty="0"/>
              <a:t> (Data::* fp2) (float);        // Only </a:t>
            </a:r>
            <a:r>
              <a:rPr lang="en-US" sz="1400" dirty="0" smtClean="0"/>
              <a:t>Declaration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err="1"/>
              <a:t>int</a:t>
            </a:r>
            <a:r>
              <a:rPr lang="en-US" sz="1400" dirty="0"/>
              <a:t> main()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fp2 = &amp;Data::f;   // Assignment inside main()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Data d;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&lt;&lt;(d.*fp1)(1);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40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Points to </a:t>
            </a:r>
            <a:r>
              <a:rPr lang="en-US" dirty="0" smtClean="0"/>
              <a:t>remember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You </a:t>
            </a:r>
            <a:r>
              <a:rPr lang="en-US" dirty="0"/>
              <a:t>can change the value and </a:t>
            </a:r>
            <a:r>
              <a:rPr lang="en-US" dirty="0" smtClean="0"/>
              <a:t>behavior </a:t>
            </a:r>
            <a:r>
              <a:rPr lang="en-US" dirty="0"/>
              <a:t>of these pointers on runtime. That means, you can point it to other member function or member variable.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have pointer to data member and member functions you need to make them public.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0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</a:t>
            </a:r>
            <a:r>
              <a:rPr lang="en-US" b="1" dirty="0" smtClean="0"/>
              <a:t>Member in a </a:t>
            </a:r>
            <a:r>
              <a:rPr lang="en-US" b="1" dirty="0"/>
              <a:t>Class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class </a:t>
            </a:r>
            <a:r>
              <a:rPr lang="en-US" dirty="0" err="1"/>
              <a:t>DynamicIntegerArray</a:t>
            </a:r>
            <a:r>
              <a:rPr lang="en-US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private: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arrayPointer</a:t>
            </a:r>
            <a:r>
              <a:rPr lang="en-US" dirty="0"/>
              <a:t>;    //Points to the array of element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maxSize</a:t>
            </a:r>
            <a:r>
              <a:rPr lang="en-US" dirty="0"/>
              <a:t>;          //Denotes Maximum Available size for Incoming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count;            //Denotes the occupied blocks or number of elements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smtClean="0"/>
              <a:t>    </a:t>
            </a:r>
            <a:r>
              <a:rPr lang="en-US" dirty="0"/>
              <a:t>public: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//Getters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getCount</a:t>
            </a:r>
            <a:r>
              <a:rPr lang="en-US" dirty="0"/>
              <a:t>(){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    return count;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getMaxSize</a:t>
            </a:r>
            <a:r>
              <a:rPr lang="en-US" dirty="0"/>
              <a:t>(){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    return </a:t>
            </a:r>
            <a:r>
              <a:rPr lang="en-US" dirty="0" err="1"/>
              <a:t>maxSize</a:t>
            </a:r>
            <a:r>
              <a:rPr lang="en-US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smtClean="0"/>
              <a:t>}        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//Several public method will be declared here as we proceed in the article.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17082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DynamicIntegerArray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maxSize</a:t>
            </a:r>
            <a:r>
              <a:rPr lang="en-US" dirty="0"/>
              <a:t> = 0;</a:t>
            </a:r>
          </a:p>
          <a:p>
            <a:r>
              <a:rPr lang="en-US" dirty="0"/>
              <a:t>    count = 0;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DynamicIntegerArray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maxSize</a:t>
            </a:r>
            <a:r>
              <a:rPr lang="en-US" dirty="0"/>
              <a:t> = count = n;</a:t>
            </a:r>
          </a:p>
          <a:p>
            <a:r>
              <a:rPr lang="en-US" dirty="0"/>
              <a:t>    </a:t>
            </a:r>
            <a:r>
              <a:rPr lang="en-US" dirty="0" err="1"/>
              <a:t>arrayPointer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</a:t>
            </a:r>
            <a:r>
              <a:rPr lang="en-US" dirty="0" err="1"/>
              <a:t>maxSize</a:t>
            </a:r>
            <a:r>
              <a:rPr lang="en-US" dirty="0" smtClean="0"/>
              <a:t>]{0};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15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The number of elements along with the value for each block is </a:t>
            </a:r>
            <a:r>
              <a:rPr lang="en-US" b="1" dirty="0" smtClean="0"/>
              <a:t>provided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DynamicIntegerArray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maxSize</a:t>
            </a:r>
            <a:r>
              <a:rPr lang="en-US" dirty="0"/>
              <a:t> = count = n;</a:t>
            </a:r>
          </a:p>
          <a:p>
            <a:r>
              <a:rPr lang="en-US" dirty="0"/>
              <a:t>    </a:t>
            </a:r>
            <a:r>
              <a:rPr lang="en-US" dirty="0" err="1"/>
              <a:t>arrayPointer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</a:t>
            </a:r>
            <a:r>
              <a:rPr lang="en-US" dirty="0" err="1"/>
              <a:t>maxSize</a:t>
            </a:r>
            <a:r>
              <a:rPr lang="en-US" dirty="0"/>
              <a:t>];</a:t>
            </a:r>
          </a:p>
          <a:p>
            <a:r>
              <a:rPr lang="en-US" dirty="0"/>
              <a:t>    for(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count;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arrayPointer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07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object of same class is </a:t>
            </a:r>
            <a:r>
              <a:rPr lang="en-US" b="1" dirty="0" smtClean="0"/>
              <a:t>provided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DynamicIntegerArray</a:t>
            </a:r>
            <a:r>
              <a:rPr lang="en-US" dirty="0"/>
              <a:t>(</a:t>
            </a:r>
            <a:r>
              <a:rPr lang="en-US" dirty="0" err="1"/>
              <a:t>DynamicIntegerArray</a:t>
            </a:r>
            <a:r>
              <a:rPr lang="en-US" dirty="0"/>
              <a:t> &amp;object){</a:t>
            </a:r>
          </a:p>
          <a:p>
            <a:r>
              <a:rPr lang="en-US" dirty="0"/>
              <a:t>    </a:t>
            </a:r>
            <a:r>
              <a:rPr lang="en-US" dirty="0" err="1"/>
              <a:t>maxSize</a:t>
            </a:r>
            <a:r>
              <a:rPr lang="en-US" dirty="0"/>
              <a:t> = </a:t>
            </a:r>
            <a:r>
              <a:rPr lang="en-US" dirty="0" err="1"/>
              <a:t>object.maxSize</a:t>
            </a:r>
            <a:r>
              <a:rPr lang="en-US" dirty="0"/>
              <a:t>;</a:t>
            </a:r>
          </a:p>
          <a:p>
            <a:r>
              <a:rPr lang="en-US" dirty="0"/>
              <a:t>    count = </a:t>
            </a:r>
            <a:r>
              <a:rPr lang="en-US" dirty="0" err="1"/>
              <a:t>object.count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arrayPointer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 [</a:t>
            </a:r>
            <a:r>
              <a:rPr lang="en-US" dirty="0" err="1"/>
              <a:t>maxSize</a:t>
            </a:r>
            <a:r>
              <a:rPr lang="en-US" dirty="0"/>
              <a:t>];</a:t>
            </a:r>
          </a:p>
          <a:p>
            <a:r>
              <a:rPr lang="en-US" dirty="0"/>
              <a:t>    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 ; </a:t>
            </a:r>
            <a:r>
              <a:rPr lang="en-US" dirty="0" err="1"/>
              <a:t>i</a:t>
            </a:r>
            <a:r>
              <a:rPr lang="en-US" dirty="0"/>
              <a:t>&lt; count 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arrayPointer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object.arrayPointer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}   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12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</a:t>
            </a:r>
            <a:r>
              <a:rPr lang="en-US" dirty="0" err="1"/>
              <a:t>DynamicIntegerArray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//Count &gt; 0 means we have some memory blocks pointed by </a:t>
            </a:r>
            <a:r>
              <a:rPr lang="en-US" dirty="0" err="1"/>
              <a:t>arrayPointer</a:t>
            </a:r>
            <a:endParaRPr lang="en-US" dirty="0"/>
          </a:p>
          <a:p>
            <a:r>
              <a:rPr lang="en-US" dirty="0"/>
              <a:t>    if(count&gt;0) </a:t>
            </a:r>
          </a:p>
          <a:p>
            <a:pPr marL="90488" indent="654050"/>
            <a:r>
              <a:rPr lang="en-US" dirty="0" smtClean="0"/>
              <a:t>delete</a:t>
            </a:r>
            <a:r>
              <a:rPr lang="en-US" dirty="0"/>
              <a:t>[] </a:t>
            </a:r>
            <a:r>
              <a:rPr lang="en-US" dirty="0" err="1"/>
              <a:t>arrayPointer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770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&amp; Manipulation of Data </a:t>
            </a:r>
            <a:r>
              <a:rPr lang="en-US" b="1" dirty="0" smtClean="0"/>
              <a:t>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void append(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elementValue</a:t>
            </a:r>
            <a:r>
              <a:rPr lang="en-US" sz="1200" dirty="0"/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if (count + 1 &lt;= </a:t>
            </a:r>
            <a:r>
              <a:rPr lang="en-US" sz="1200" dirty="0" err="1"/>
              <a:t>maxSize</a:t>
            </a:r>
            <a:r>
              <a:rPr lang="en-US" sz="1200" dirty="0"/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arrayPointer</a:t>
            </a:r>
            <a:r>
              <a:rPr lang="en-US" sz="1200" dirty="0"/>
              <a:t>[count++] = </a:t>
            </a:r>
            <a:r>
              <a:rPr lang="en-US" sz="1200" dirty="0" err="1"/>
              <a:t>elementValue</a:t>
            </a:r>
            <a:r>
              <a:rPr lang="en-US" sz="12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else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int</a:t>
            </a:r>
            <a:r>
              <a:rPr lang="en-US" sz="1200" dirty="0"/>
              <a:t>* </a:t>
            </a:r>
            <a:r>
              <a:rPr lang="en-US" sz="1200" dirty="0" err="1"/>
              <a:t>newArrayPointer</a:t>
            </a:r>
            <a:r>
              <a:rPr lang="en-US" sz="1200" dirty="0"/>
              <a:t> = new </a:t>
            </a:r>
            <a:r>
              <a:rPr lang="en-US" sz="1200" dirty="0" err="1"/>
              <a:t>int</a:t>
            </a:r>
            <a:r>
              <a:rPr lang="en-US" sz="1200" dirty="0"/>
              <a:t>[</a:t>
            </a:r>
            <a:r>
              <a:rPr lang="en-US" sz="1200" dirty="0" err="1"/>
              <a:t>maxSize</a:t>
            </a:r>
            <a:r>
              <a:rPr lang="en-US" sz="1200" dirty="0"/>
              <a:t> + 10];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/>
              <a:t>            </a:t>
            </a:r>
            <a:r>
              <a:rPr lang="en-US" sz="1200" dirty="0"/>
              <a:t>//Change maximum size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maxSize</a:t>
            </a:r>
            <a:r>
              <a:rPr lang="en-US" sz="1200" dirty="0"/>
              <a:t> = </a:t>
            </a:r>
            <a:r>
              <a:rPr lang="en-US" sz="1200" dirty="0" err="1"/>
              <a:t>maxSize</a:t>
            </a:r>
            <a:r>
              <a:rPr lang="en-US" sz="1200" dirty="0"/>
              <a:t> + 10;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/>
              <a:t>            </a:t>
            </a:r>
            <a:r>
              <a:rPr lang="en-US" sz="1200" dirty="0"/>
              <a:t>//Copy the last data in this new container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1200" dirty="0"/>
              <a:t>            for (int i = 0; i &lt; count; ++i)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    </a:t>
            </a:r>
            <a:r>
              <a:rPr lang="en-US" sz="1200" dirty="0" err="1"/>
              <a:t>newArrayPointer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] = </a:t>
            </a:r>
            <a:r>
              <a:rPr lang="en-US" sz="1200" dirty="0" err="1"/>
              <a:t>arrayPointer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//Store the appended Element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newArrayPointer</a:t>
            </a:r>
            <a:r>
              <a:rPr lang="en-US" sz="1200" dirty="0"/>
              <a:t>[count++] = </a:t>
            </a:r>
            <a:r>
              <a:rPr lang="en-US" sz="1200" dirty="0" err="1"/>
              <a:t>elementValue</a:t>
            </a:r>
            <a:r>
              <a:rPr lang="en-US" sz="12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/>
              <a:t>            </a:t>
            </a:r>
            <a:r>
              <a:rPr lang="en-US" sz="1200" dirty="0"/>
              <a:t>//Delete the all blocks which were storing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if (count - 1 &gt; 0)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    delete[] </a:t>
            </a:r>
            <a:r>
              <a:rPr lang="en-US" sz="1200" dirty="0" err="1"/>
              <a:t>arrayPointer</a:t>
            </a:r>
            <a:r>
              <a:rPr lang="en-US" sz="12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arrayPointer</a:t>
            </a:r>
            <a:r>
              <a:rPr lang="en-US" sz="1200" dirty="0"/>
              <a:t> = </a:t>
            </a:r>
            <a:r>
              <a:rPr lang="en-US" sz="1200" dirty="0" err="1"/>
              <a:t>newArrayPointer</a:t>
            </a:r>
            <a:r>
              <a:rPr lang="en-US" sz="12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4084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err="1"/>
              <a:t>int</a:t>
            </a:r>
            <a:r>
              <a:rPr lang="en-US" sz="1200" dirty="0"/>
              <a:t> pop()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if (count &gt; 0)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poppedElement</a:t>
            </a:r>
            <a:r>
              <a:rPr lang="en-US" sz="1200" dirty="0"/>
              <a:t> = </a:t>
            </a:r>
            <a:r>
              <a:rPr lang="en-US" sz="1200" dirty="0" err="1"/>
              <a:t>arrayPointer</a:t>
            </a:r>
            <a:r>
              <a:rPr lang="en-US" sz="1200" dirty="0"/>
              <a:t>[count - 1];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count--;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return </a:t>
            </a:r>
            <a:r>
              <a:rPr lang="en-US" sz="1200" dirty="0" err="1"/>
              <a:t>poppedElement</a:t>
            </a:r>
            <a:r>
              <a:rPr lang="en-US" sz="12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else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200" dirty="0"/>
              <a:t>            </a:t>
            </a:r>
            <a:r>
              <a:rPr lang="es-ES" sz="1200" dirty="0" err="1"/>
              <a:t>cerr</a:t>
            </a:r>
            <a:r>
              <a:rPr lang="es-ES" sz="1200" dirty="0"/>
              <a:t> &lt;&lt; "Error: No </a:t>
            </a:r>
            <a:r>
              <a:rPr lang="es-ES" sz="1200" dirty="0" err="1"/>
              <a:t>element</a:t>
            </a:r>
            <a:r>
              <a:rPr lang="es-ES" sz="1200" dirty="0"/>
              <a:t> </a:t>
            </a:r>
            <a:r>
              <a:rPr lang="es-ES" sz="1200" dirty="0" err="1"/>
              <a:t>exists</a:t>
            </a:r>
            <a:r>
              <a:rPr lang="es-ES" sz="1200" dirty="0"/>
              <a:t>";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void remove(</a:t>
            </a:r>
            <a:r>
              <a:rPr lang="en-US" sz="1200" dirty="0" err="1"/>
              <a:t>int</a:t>
            </a:r>
            <a:r>
              <a:rPr lang="en-US" sz="1200" dirty="0"/>
              <a:t> index)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if (index &gt;= 0 &amp;&amp; index &lt; count)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for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index; </a:t>
            </a:r>
            <a:r>
              <a:rPr lang="en-US" sz="1200" dirty="0" err="1"/>
              <a:t>i</a:t>
            </a:r>
            <a:r>
              <a:rPr lang="en-US" sz="1200" dirty="0"/>
              <a:t> &lt; count - 1; </a:t>
            </a:r>
            <a:r>
              <a:rPr lang="en-US" sz="1200" dirty="0" err="1"/>
              <a:t>i</a:t>
            </a:r>
            <a:r>
              <a:rPr lang="en-US" sz="1200" dirty="0"/>
              <a:t>++)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    </a:t>
            </a:r>
            <a:r>
              <a:rPr lang="en-US" sz="1200" dirty="0" err="1"/>
              <a:t>arrayPointer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] = </a:t>
            </a:r>
            <a:r>
              <a:rPr lang="en-US" sz="1200" dirty="0" err="1"/>
              <a:t>arrayPointer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 + 1];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count--;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else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    </a:t>
            </a:r>
            <a:r>
              <a:rPr lang="en-US" sz="1200" dirty="0" err="1"/>
              <a:t>cerr</a:t>
            </a:r>
            <a:r>
              <a:rPr lang="en-US" sz="1200" dirty="0"/>
              <a:t> &lt;&lt; " Error: Index out of Range ";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    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86923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/>
              <a:t>int</a:t>
            </a:r>
            <a:r>
              <a:rPr lang="en-US" sz="1800" dirty="0"/>
              <a:t>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DynamicIntegerArray</a:t>
            </a:r>
            <a:r>
              <a:rPr lang="en-US" sz="1800" dirty="0"/>
              <a:t> d(5,5);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d.append</a:t>
            </a:r>
            <a:r>
              <a:rPr lang="en-US" sz="1800" dirty="0"/>
              <a:t>(10);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d.append</a:t>
            </a:r>
            <a:r>
              <a:rPr lang="en-US" sz="1800" dirty="0"/>
              <a:t>(15);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d.remove</a:t>
            </a:r>
            <a:r>
              <a:rPr lang="en-US" sz="1800" dirty="0"/>
              <a:t>(3);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&lt;&lt;</a:t>
            </a:r>
            <a:r>
              <a:rPr lang="en-US" sz="1800" dirty="0" err="1"/>
              <a:t>d.pop</a:t>
            </a:r>
            <a:r>
              <a:rPr lang="en-US" sz="1800" dirty="0"/>
              <a:t>()&lt;&lt;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for (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= 0; </a:t>
            </a:r>
            <a:r>
              <a:rPr lang="en-US" sz="1800" dirty="0" err="1"/>
              <a:t>i</a:t>
            </a:r>
            <a:r>
              <a:rPr lang="en-US" sz="1800" dirty="0"/>
              <a:t> &lt; </a:t>
            </a:r>
            <a:r>
              <a:rPr lang="en-US" sz="1800" dirty="0" err="1"/>
              <a:t>d.getCount</a:t>
            </a:r>
            <a:r>
              <a:rPr lang="en-US" sz="1800" dirty="0"/>
              <a:t>(); </a:t>
            </a:r>
            <a:r>
              <a:rPr lang="en-US" sz="1800" dirty="0" err="1"/>
              <a:t>i</a:t>
            </a:r>
            <a:r>
              <a:rPr lang="en-US" sz="1800" dirty="0"/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    </a:t>
            </a:r>
            <a:r>
              <a:rPr lang="en-US" sz="1800" dirty="0" err="1"/>
              <a:t>cout</a:t>
            </a:r>
            <a:r>
              <a:rPr lang="en-US" sz="1800" dirty="0"/>
              <a:t> &lt;&lt; </a:t>
            </a:r>
            <a:r>
              <a:rPr lang="en-US" sz="1800" dirty="0" err="1"/>
              <a:t>d.arrayPointer</a:t>
            </a:r>
            <a:r>
              <a:rPr lang="en-US" sz="1800" dirty="0"/>
              <a:t>[</a:t>
            </a:r>
            <a:r>
              <a:rPr lang="en-US" sz="1800" dirty="0" err="1"/>
              <a:t>i</a:t>
            </a:r>
            <a:r>
              <a:rPr lang="en-US" sz="1800" dirty="0"/>
              <a:t>] &lt;&lt; 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</a:t>
            </a:r>
            <a:r>
              <a:rPr lang="en-US" sz="1800" dirty="0" smtClean="0"/>
              <a:t>}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}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61038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172</TotalTime>
  <Words>1345</Words>
  <Application>Microsoft Office PowerPoint</Application>
  <PresentationFormat>Widescreen</PresentationFormat>
  <Paragraphs>245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Retrospect</vt:lpstr>
      <vt:lpstr>OOP </vt:lpstr>
      <vt:lpstr>Pointers to Class Members in C++</vt:lpstr>
      <vt:lpstr>Defining a Pointer of Class type</vt:lpstr>
      <vt:lpstr>Dynamic Allocation of Objects</vt:lpstr>
      <vt:lpstr>Notation: dot-operator vs. arrow-operator</vt:lpstr>
      <vt:lpstr>Notation: dot-operator vs. arrow-operator</vt:lpstr>
      <vt:lpstr>Pointer to Data Members of Class</vt:lpstr>
      <vt:lpstr>Using Pointers with Objects</vt:lpstr>
      <vt:lpstr>Pointer to Data Members of Class</vt:lpstr>
      <vt:lpstr>Pointer to Member Functions of Class</vt:lpstr>
      <vt:lpstr>Pointer to Member Functions of Class</vt:lpstr>
      <vt:lpstr>Some Points to remember</vt:lpstr>
      <vt:lpstr>Dynamic Member in a Class </vt:lpstr>
      <vt:lpstr>Constructors</vt:lpstr>
      <vt:lpstr> The number of elements along with the value for each block is provided</vt:lpstr>
      <vt:lpstr>The object of same class is provided</vt:lpstr>
      <vt:lpstr>Destructor</vt:lpstr>
      <vt:lpstr>Access &amp; Manipulation of Data Element</vt:lpstr>
      <vt:lpstr>Remove elements</vt:lpstr>
      <vt:lpstr>main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</dc:title>
  <dc:creator>iuser</dc:creator>
  <cp:lastModifiedBy>iuser</cp:lastModifiedBy>
  <cp:revision>38</cp:revision>
  <dcterms:created xsi:type="dcterms:W3CDTF">2022-09-19T11:34:48Z</dcterms:created>
  <dcterms:modified xsi:type="dcterms:W3CDTF">2022-09-21T12:58:08Z</dcterms:modified>
</cp:coreProperties>
</file>